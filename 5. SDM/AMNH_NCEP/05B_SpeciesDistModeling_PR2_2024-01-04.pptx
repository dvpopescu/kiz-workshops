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omments/comment1.xml" ContentType="application/vnd.openxmlformats-officedocument.presentationml.comments+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comments/comment2.xml" ContentType="application/vnd.openxmlformats-officedocument.presentationml.comments+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4"/>
  </p:sldMasterIdLst>
  <p:notesMasterIdLst>
    <p:notesMasterId r:id="rId4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3" r:id="rId21"/>
    <p:sldId id="274" r:id="rId22"/>
    <p:sldId id="275" r:id="rId23"/>
    <p:sldId id="276" r:id="rId24"/>
    <p:sldId id="277" r:id="rId25"/>
    <p:sldId id="278" r:id="rId26"/>
    <p:sldId id="279" r:id="rId27"/>
    <p:sldId id="280" r:id="rId28"/>
    <p:sldId id="281" r:id="rId29"/>
    <p:sldId id="282" r:id="rId30"/>
    <p:sldId id="283" r:id="rId31"/>
    <p:sldId id="284" r:id="rId32"/>
    <p:sldId id="285" r:id="rId33"/>
    <p:sldId id="286" r:id="rId34"/>
    <p:sldId id="287" r:id="rId35"/>
    <p:sldId id="288" r:id="rId36"/>
    <p:sldId id="289" r:id="rId37"/>
    <p:sldId id="290" r:id="rId38"/>
    <p:sldId id="291" r:id="rId39"/>
    <p:sldId id="292" r:id="rId40"/>
    <p:sldId id="293" r:id="rId41"/>
    <p:sldId id="294" r:id="rId42"/>
    <p:sldId id="295" r:id="rId43"/>
  </p:sldIdLst>
  <p:sldSz cx="13004800" cy="9753600"/>
  <p:notesSz cx="6858000" cy="9144000"/>
  <p:embeddedFontLst>
    <p:embeddedFont>
      <p:font typeface="Helvetica Neue" panose="020B0604020202020204" charset="0"/>
      <p:regular r:id="rId45"/>
      <p:bold r:id="rId46"/>
      <p:italic r:id="rId47"/>
      <p:boldItalic r:id="rId48"/>
    </p:embeddedFont>
    <p:embeddedFont>
      <p:font typeface="Helvetica Neue Light" panose="020B0604020202020204" charset="0"/>
      <p:regular r:id="rId49"/>
      <p:bold r:id="rId50"/>
      <p:italic r:id="rId51"/>
      <p:boldItalic r:id="rId52"/>
    </p:embeddedFont>
    <p:embeddedFont>
      <p:font typeface="roboto condensed" panose="02000000000000000000" pitchFamily="2" charset="0"/>
      <p:regular r:id="rId53"/>
      <p:bold r:id="rId54"/>
      <p:italic r:id="rId55"/>
      <p:boldItalic r:id="rId5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58" roundtripDataSignature="AMtx7mj98eLYd3C5Rg/1qwqVIcrsd0MPLQ=="/>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Aaron Goodman" initials="" lastIdx="9" clrIdx="0"/>
  <p:cmAuthor id="1" name="Bethany Johnson" initials="" lastIdx="4" clrIdx="1"/>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4651"/>
    <p:restoredTop sz="76037"/>
  </p:normalViewPr>
  <p:slideViewPr>
    <p:cSldViewPr snapToGrid="0">
      <p:cViewPr varScale="1">
        <p:scale>
          <a:sx n="47" d="100"/>
          <a:sy n="47" d="100"/>
        </p:scale>
        <p:origin x="1278" y="4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font" Target="fonts/font3.fntdata"/><Relationship Id="rId50" Type="http://schemas.openxmlformats.org/officeDocument/2006/relationships/font" Target="fonts/font6.fntdata"/><Relationship Id="rId55" Type="http://schemas.openxmlformats.org/officeDocument/2006/relationships/font" Target="fonts/font11.fntdata"/><Relationship Id="rId63" Type="http://schemas.openxmlformats.org/officeDocument/2006/relationships/tableStyles" Target="tableStyle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font" Target="fonts/font1.fntdata"/><Relationship Id="rId53" Type="http://schemas.openxmlformats.org/officeDocument/2006/relationships/font" Target="fonts/font9.fntdata"/><Relationship Id="rId58" Type="http://customschemas.google.com/relationships/presentationmetadata" Target="metadata"/><Relationship Id="rId5" Type="http://schemas.openxmlformats.org/officeDocument/2006/relationships/slide" Target="slides/slide1.xml"/><Relationship Id="rId61" Type="http://schemas.openxmlformats.org/officeDocument/2006/relationships/viewProps" Target="viewProps.xml"/><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font" Target="fonts/font4.fntdata"/><Relationship Id="rId56" Type="http://schemas.openxmlformats.org/officeDocument/2006/relationships/font" Target="fonts/font12.fntdata"/><Relationship Id="rId8" Type="http://schemas.openxmlformats.org/officeDocument/2006/relationships/slide" Target="slides/slide4.xml"/><Relationship Id="rId51" Type="http://schemas.openxmlformats.org/officeDocument/2006/relationships/font" Target="fonts/font7.fntdata"/><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font" Target="fonts/font2.fntdata"/><Relationship Id="rId59" Type="http://schemas.openxmlformats.org/officeDocument/2006/relationships/commentAuthors" Target="commentAuthors.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font" Target="fonts/font10.fntdata"/><Relationship Id="rId62"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font" Target="fonts/font5.fntdata"/><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notesMaster" Target="notesMasters/notesMaster1.xml"/><Relationship Id="rId52" Type="http://schemas.openxmlformats.org/officeDocument/2006/relationships/font" Target="fonts/font8.fntdata"/><Relationship Id="rId60"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s>
</file>

<file path=ppt/comments/comment1.xml><?xml version="1.0" encoding="utf-8"?>
<p:cmLst xmlns:a="http://schemas.openxmlformats.org/drawingml/2006/main" xmlns:r="http://schemas.openxmlformats.org/officeDocument/2006/relationships" xmlns:p="http://schemas.openxmlformats.org/presentationml/2006/main">
  <p:cm authorId="1" dt="2023-12-19T20:03:11.289" idx="1">
    <p:pos x="6585" y="3563"/>
    <p:text>I replaced dora with this stock photo</p:text>
    <p:extLst>
      <p:ext uri="{C676402C-5697-4E1C-873F-D02D1690AC5C}">
        <p15:threadingInfo xmlns:p15="http://schemas.microsoft.com/office/powerpoint/2012/main" timeZoneBias="0"/>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commentPostId="AAAA9EmpePY"/>
      </p:ext>
    </p:extLst>
  </p:cm>
</p:cmLst>
</file>

<file path=ppt/comments/comment2.xml><?xml version="1.0" encoding="utf-8"?>
<p:cmLst xmlns:a="http://schemas.openxmlformats.org/drawingml/2006/main" xmlns:r="http://schemas.openxmlformats.org/officeDocument/2006/relationships" xmlns:p="http://schemas.openxmlformats.org/presentationml/2006/main">
  <p:cm authorId="1" dt="2023-12-19T20:43:18.043" idx="3">
    <p:pos x="360" y="4575"/>
    <p:text>Photo cred: Ryan Schain
eBird S32885440
Macaulay Library ML 41866011
Can we use this or no?</p:text>
    <p:extLst>
      <p:ext uri="{C676402C-5697-4E1C-873F-D02D1690AC5C}">
        <p15:threadingInfo xmlns:p15="http://schemas.microsoft.com/office/powerpoint/2012/main" timeZoneBias="0"/>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commentPostId="AAAA9Emqxns"/>
      </p:ext>
    </p:extLs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 name="Google Shape;4;n"/>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17999"/>
              </a:lnSpc>
              <a:spcBef>
                <a:spcPts val="0"/>
              </a:spcBef>
              <a:spcAft>
                <a:spcPts val="0"/>
              </a:spcAft>
              <a:buClr>
                <a:srgbClr val="000000"/>
              </a:buClr>
              <a:buSzPts val="1400"/>
              <a:buFont typeface="Arial"/>
              <a:buNone/>
              <a:defRPr sz="2200" b="0" i="0" u="none" strike="noStrike" cap="none">
                <a:solidFill>
                  <a:srgbClr val="000000"/>
                </a:solidFill>
                <a:latin typeface="Helvetica Neue"/>
                <a:ea typeface="Helvetica Neue"/>
                <a:cs typeface="Helvetica Neue"/>
                <a:sym typeface="Helvetica Neue"/>
              </a:defRPr>
            </a:lvl1pPr>
            <a:lvl2pPr marL="914400" marR="0" lvl="1" indent="-228600" algn="l" rtl="0">
              <a:lnSpc>
                <a:spcPct val="117999"/>
              </a:lnSpc>
              <a:spcBef>
                <a:spcPts val="0"/>
              </a:spcBef>
              <a:spcAft>
                <a:spcPts val="0"/>
              </a:spcAft>
              <a:buClr>
                <a:srgbClr val="000000"/>
              </a:buClr>
              <a:buSzPts val="1400"/>
              <a:buFont typeface="Arial"/>
              <a:buNone/>
              <a:defRPr sz="2200" b="0" i="0" u="none" strike="noStrike" cap="none">
                <a:solidFill>
                  <a:srgbClr val="000000"/>
                </a:solidFill>
                <a:latin typeface="Helvetica Neue"/>
                <a:ea typeface="Helvetica Neue"/>
                <a:cs typeface="Helvetica Neue"/>
                <a:sym typeface="Helvetica Neue"/>
              </a:defRPr>
            </a:lvl2pPr>
            <a:lvl3pPr marL="1371600" marR="0" lvl="2" indent="-228600" algn="l" rtl="0">
              <a:lnSpc>
                <a:spcPct val="117999"/>
              </a:lnSpc>
              <a:spcBef>
                <a:spcPts val="0"/>
              </a:spcBef>
              <a:spcAft>
                <a:spcPts val="0"/>
              </a:spcAft>
              <a:buClr>
                <a:srgbClr val="000000"/>
              </a:buClr>
              <a:buSzPts val="1400"/>
              <a:buFont typeface="Arial"/>
              <a:buNone/>
              <a:defRPr sz="2200" b="0" i="0" u="none" strike="noStrike" cap="none">
                <a:solidFill>
                  <a:srgbClr val="000000"/>
                </a:solidFill>
                <a:latin typeface="Helvetica Neue"/>
                <a:ea typeface="Helvetica Neue"/>
                <a:cs typeface="Helvetica Neue"/>
                <a:sym typeface="Helvetica Neue"/>
              </a:defRPr>
            </a:lvl3pPr>
            <a:lvl4pPr marL="1828800" marR="0" lvl="3" indent="-228600" algn="l" rtl="0">
              <a:lnSpc>
                <a:spcPct val="117999"/>
              </a:lnSpc>
              <a:spcBef>
                <a:spcPts val="0"/>
              </a:spcBef>
              <a:spcAft>
                <a:spcPts val="0"/>
              </a:spcAft>
              <a:buClr>
                <a:srgbClr val="000000"/>
              </a:buClr>
              <a:buSzPts val="1400"/>
              <a:buFont typeface="Arial"/>
              <a:buNone/>
              <a:defRPr sz="2200" b="0" i="0" u="none" strike="noStrike" cap="none">
                <a:solidFill>
                  <a:srgbClr val="000000"/>
                </a:solidFill>
                <a:latin typeface="Helvetica Neue"/>
                <a:ea typeface="Helvetica Neue"/>
                <a:cs typeface="Helvetica Neue"/>
                <a:sym typeface="Helvetica Neue"/>
              </a:defRPr>
            </a:lvl4pPr>
            <a:lvl5pPr marL="2286000" marR="0" lvl="4" indent="-228600" algn="l" rtl="0">
              <a:lnSpc>
                <a:spcPct val="117999"/>
              </a:lnSpc>
              <a:spcBef>
                <a:spcPts val="0"/>
              </a:spcBef>
              <a:spcAft>
                <a:spcPts val="0"/>
              </a:spcAft>
              <a:buClr>
                <a:srgbClr val="000000"/>
              </a:buClr>
              <a:buSzPts val="1400"/>
              <a:buFont typeface="Arial"/>
              <a:buNone/>
              <a:defRPr sz="2200" b="0" i="0" u="none" strike="noStrike" cap="none">
                <a:solidFill>
                  <a:srgbClr val="000000"/>
                </a:solidFill>
                <a:latin typeface="Helvetica Neue"/>
                <a:ea typeface="Helvetica Neue"/>
                <a:cs typeface="Helvetica Neue"/>
                <a:sym typeface="Helvetica Neue"/>
              </a:defRPr>
            </a:lvl5pPr>
            <a:lvl6pPr marL="2743200" marR="0" lvl="5" indent="-228600" algn="l" rtl="0">
              <a:lnSpc>
                <a:spcPct val="117999"/>
              </a:lnSpc>
              <a:spcBef>
                <a:spcPts val="0"/>
              </a:spcBef>
              <a:spcAft>
                <a:spcPts val="0"/>
              </a:spcAft>
              <a:buClr>
                <a:srgbClr val="000000"/>
              </a:buClr>
              <a:buSzPts val="1400"/>
              <a:buFont typeface="Arial"/>
              <a:buNone/>
              <a:defRPr sz="2200" b="0" i="0" u="none" strike="noStrike" cap="none">
                <a:solidFill>
                  <a:srgbClr val="000000"/>
                </a:solidFill>
                <a:latin typeface="Helvetica Neue"/>
                <a:ea typeface="Helvetica Neue"/>
                <a:cs typeface="Helvetica Neue"/>
                <a:sym typeface="Helvetica Neue"/>
              </a:defRPr>
            </a:lvl6pPr>
            <a:lvl7pPr marL="3200400" marR="0" lvl="6" indent="-228600" algn="l" rtl="0">
              <a:lnSpc>
                <a:spcPct val="117999"/>
              </a:lnSpc>
              <a:spcBef>
                <a:spcPts val="0"/>
              </a:spcBef>
              <a:spcAft>
                <a:spcPts val="0"/>
              </a:spcAft>
              <a:buClr>
                <a:srgbClr val="000000"/>
              </a:buClr>
              <a:buSzPts val="1400"/>
              <a:buFont typeface="Arial"/>
              <a:buNone/>
              <a:defRPr sz="2200" b="0" i="0" u="none" strike="noStrike" cap="none">
                <a:solidFill>
                  <a:srgbClr val="000000"/>
                </a:solidFill>
                <a:latin typeface="Helvetica Neue"/>
                <a:ea typeface="Helvetica Neue"/>
                <a:cs typeface="Helvetica Neue"/>
                <a:sym typeface="Helvetica Neue"/>
              </a:defRPr>
            </a:lvl7pPr>
            <a:lvl8pPr marL="3657600" marR="0" lvl="7" indent="-228600" algn="l" rtl="0">
              <a:lnSpc>
                <a:spcPct val="117999"/>
              </a:lnSpc>
              <a:spcBef>
                <a:spcPts val="0"/>
              </a:spcBef>
              <a:spcAft>
                <a:spcPts val="0"/>
              </a:spcAft>
              <a:buClr>
                <a:srgbClr val="000000"/>
              </a:buClr>
              <a:buSzPts val="1400"/>
              <a:buFont typeface="Arial"/>
              <a:buNone/>
              <a:defRPr sz="2200" b="0" i="0" u="none" strike="noStrike" cap="none">
                <a:solidFill>
                  <a:srgbClr val="000000"/>
                </a:solidFill>
                <a:latin typeface="Helvetica Neue"/>
                <a:ea typeface="Helvetica Neue"/>
                <a:cs typeface="Helvetica Neue"/>
                <a:sym typeface="Helvetica Neue"/>
              </a:defRPr>
            </a:lvl8pPr>
            <a:lvl9pPr marL="4114800" marR="0" lvl="8" indent="-228600" algn="l" rtl="0">
              <a:lnSpc>
                <a:spcPct val="117999"/>
              </a:lnSpc>
              <a:spcBef>
                <a:spcPts val="0"/>
              </a:spcBef>
              <a:spcAft>
                <a:spcPts val="0"/>
              </a:spcAft>
              <a:buClr>
                <a:srgbClr val="000000"/>
              </a:buClr>
              <a:buSzPts val="1400"/>
              <a:buFont typeface="Arial"/>
              <a:buNone/>
              <a:defRPr sz="2200" b="0" i="0" u="none" strike="noStrike" cap="none">
                <a:solidFill>
                  <a:srgbClr val="000000"/>
                </a:solidFill>
                <a:latin typeface="Helvetica Neue"/>
                <a:ea typeface="Helvetica Neue"/>
                <a:cs typeface="Helvetica Neue"/>
                <a:sym typeface="Helvetica Neue"/>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3" Type="http://schemas.openxmlformats.org/officeDocument/2006/relationships/hyperlink" Target="https://rspatial.org/raster/sdm/index.html" TargetMode="External"/><Relationship Id="rId2" Type="http://schemas.openxmlformats.org/officeDocument/2006/relationships/slide" Target="../slides/slide17.xml"/><Relationship Id="rId1" Type="http://schemas.openxmlformats.org/officeDocument/2006/relationships/notesMaster" Target="../notesMasters/notesMaster1.xml"/><Relationship Id="rId4" Type="http://schemas.openxmlformats.org/officeDocument/2006/relationships/hyperlink" Target="https://damariszurell.github.io/EEC-MGC/b6_SDM_algorithms.html" TargetMode="External"/></Relationships>
</file>

<file path=ppt/notesSlides/_rels/notesSlide18.xml.rels><?xml version="1.0" encoding="UTF-8" standalone="yes"?>
<Relationships xmlns="http://schemas.openxmlformats.org/package/2006/relationships"><Relationship Id="rId3" Type="http://schemas.openxmlformats.org/officeDocument/2006/relationships/hyperlink" Target="https://damariszurell.github.io/EEC-MGC/b6_SDM_algorithms.html" TargetMode="External"/><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3" Type="http://schemas.openxmlformats.org/officeDocument/2006/relationships/hyperlink" Target="https://damariszurell.github.io/EEC-MGC/b6_SDM_algorithms.html" TargetMode="External"/><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3" Type="http://schemas.openxmlformats.org/officeDocument/2006/relationships/hyperlink" Target="https://support.bccvl.org.au/support/solutions/articles/6000083217-random-forest" TargetMode="External"/><Relationship Id="rId2" Type="http://schemas.openxmlformats.org/officeDocument/2006/relationships/slide" Target="../slides/slide20.xml"/><Relationship Id="rId1" Type="http://schemas.openxmlformats.org/officeDocument/2006/relationships/notesMaster" Target="../notesMasters/notesMaster1.xml"/><Relationship Id="rId4" Type="http://schemas.openxmlformats.org/officeDocument/2006/relationships/hyperlink" Target="https://damariszurell.github.io/EEC-MGC/b6_SDM_algorithms.html" TargetMode="External"/></Relationships>
</file>

<file path=ppt/notesSlides/_rels/notesSlide21.xml.rels><?xml version="1.0" encoding="UTF-8" standalone="yes"?>
<Relationships xmlns="http://schemas.openxmlformats.org/package/2006/relationships"><Relationship Id="rId3" Type="http://schemas.openxmlformats.org/officeDocument/2006/relationships/hyperlink" Target="https://support.bccvl.org.au/support/solutions/articles/6000083217-random-forest" TargetMode="External"/><Relationship Id="rId2" Type="http://schemas.openxmlformats.org/officeDocument/2006/relationships/slide" Target="../slides/slide21.xml"/><Relationship Id="rId1" Type="http://schemas.openxmlformats.org/officeDocument/2006/relationships/notesMaster" Target="../notesMasters/notesMaster1.xml"/><Relationship Id="rId4" Type="http://schemas.openxmlformats.org/officeDocument/2006/relationships/hyperlink" Target="https://damariszurell.github.io/EEC-MGC/b6_SDM_algorithms.html" TargetMode="Externa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3" Type="http://schemas.openxmlformats.org/officeDocument/2006/relationships/hyperlink" Target="https://damariszurell.github.io/EEC-MGC/b6_SDM_algorithms.html" TargetMode="External"/><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3" Type="http://schemas.openxmlformats.org/officeDocument/2006/relationships/hyperlink" Target="https://doi.org/10.1890/07-2153.1" TargetMode="External"/><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3" Type="http://schemas.openxmlformats.org/officeDocument/2006/relationships/hyperlink" Target="https://doi.org/10.1890/07-2153.1" TargetMode="External"/><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3" Type="http://schemas.openxmlformats.org/officeDocument/2006/relationships/hyperlink" Target="https://doi.org/10.1890/07-2153.1" TargetMode="External"/><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p:cNvGrpSpPr/>
        <p:nvPr/>
      </p:nvGrpSpPr>
      <p:grpSpPr>
        <a:xfrm>
          <a:off x="0" y="0"/>
          <a:ext cx="0" cy="0"/>
          <a:chOff x="0" y="0"/>
          <a:chExt cx="0" cy="0"/>
        </a:xfrm>
      </p:grpSpPr>
      <p:sp>
        <p:nvSpPr>
          <p:cNvPr id="86" name="Google Shape;86;p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17999"/>
              </a:lnSpc>
              <a:spcBef>
                <a:spcPts val="0"/>
              </a:spcBef>
              <a:spcAft>
                <a:spcPts val="0"/>
              </a:spcAft>
              <a:buSzPts val="1400"/>
              <a:buNone/>
            </a:pPr>
            <a:endParaRPr/>
          </a:p>
        </p:txBody>
      </p:sp>
      <p:sp>
        <p:nvSpPr>
          <p:cNvPr id="87" name="Google Shape;87;p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p:cNvGrpSpPr/>
        <p:nvPr/>
      </p:nvGrpSpPr>
      <p:grpSpPr>
        <a:xfrm>
          <a:off x="0" y="0"/>
          <a:ext cx="0" cy="0"/>
          <a:chOff x="0" y="0"/>
          <a:chExt cx="0" cy="0"/>
        </a:xfrm>
      </p:grpSpPr>
      <p:sp>
        <p:nvSpPr>
          <p:cNvPr id="93" name="Google Shape;93;g2a967ea5d19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 name="Google Shape;94;g2a967ea5d19_0_0: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p2: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17999"/>
              </a:lnSpc>
              <a:spcBef>
                <a:spcPts val="0"/>
              </a:spcBef>
              <a:spcAft>
                <a:spcPts val="0"/>
              </a:spcAft>
              <a:buSzPts val="1400"/>
              <a:buNone/>
            </a:pPr>
            <a:endParaRPr dirty="0"/>
          </a:p>
        </p:txBody>
      </p:sp>
      <p:sp>
        <p:nvSpPr>
          <p:cNvPr id="99" name="Google Shape;99;p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p:cNvGrpSpPr/>
        <p:nvPr/>
      </p:nvGrpSpPr>
      <p:grpSpPr>
        <a:xfrm>
          <a:off x="0" y="0"/>
          <a:ext cx="0" cy="0"/>
          <a:chOff x="0" y="0"/>
          <a:chExt cx="0" cy="0"/>
        </a:xfrm>
      </p:grpSpPr>
      <p:sp>
        <p:nvSpPr>
          <p:cNvPr id="129" name="Google Shape;129;p3: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17999"/>
              </a:lnSpc>
              <a:spcBef>
                <a:spcPts val="0"/>
              </a:spcBef>
              <a:spcAft>
                <a:spcPts val="0"/>
              </a:spcAft>
              <a:buSzPts val="1400"/>
              <a:buNone/>
            </a:pPr>
            <a:endParaRPr dirty="0"/>
          </a:p>
        </p:txBody>
      </p:sp>
      <p:sp>
        <p:nvSpPr>
          <p:cNvPr id="130" name="Google Shape;130;p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5"/>
        <p:cNvGrpSpPr/>
        <p:nvPr/>
      </p:nvGrpSpPr>
      <p:grpSpPr>
        <a:xfrm>
          <a:off x="0" y="0"/>
          <a:ext cx="0" cy="0"/>
          <a:chOff x="0" y="0"/>
          <a:chExt cx="0" cy="0"/>
        </a:xfrm>
      </p:grpSpPr>
      <p:sp>
        <p:nvSpPr>
          <p:cNvPr id="136" name="Google Shape;136;p4: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17999"/>
              </a:lnSpc>
              <a:spcBef>
                <a:spcPts val="0"/>
              </a:spcBef>
              <a:spcAft>
                <a:spcPts val="0"/>
              </a:spcAft>
              <a:buSzPts val="1400"/>
              <a:buNone/>
            </a:pPr>
            <a:endParaRPr dirty="0"/>
          </a:p>
        </p:txBody>
      </p:sp>
      <p:sp>
        <p:nvSpPr>
          <p:cNvPr id="137" name="Google Shape;137;p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3"/>
        <p:cNvGrpSpPr/>
        <p:nvPr/>
      </p:nvGrpSpPr>
      <p:grpSpPr>
        <a:xfrm>
          <a:off x="0" y="0"/>
          <a:ext cx="0" cy="0"/>
          <a:chOff x="0" y="0"/>
          <a:chExt cx="0" cy="0"/>
        </a:xfrm>
      </p:grpSpPr>
      <p:sp>
        <p:nvSpPr>
          <p:cNvPr id="144" name="Google Shape;144;p5: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17999"/>
              </a:lnSpc>
              <a:spcBef>
                <a:spcPts val="0"/>
              </a:spcBef>
              <a:spcAft>
                <a:spcPts val="0"/>
              </a:spcAft>
              <a:buSzPts val="1400"/>
              <a:buNone/>
            </a:pPr>
            <a:r>
              <a:rPr lang="en-US" dirty="0"/>
              <a:t>Image credit: </a:t>
            </a:r>
            <a:r>
              <a:rPr lang="en-US" dirty="0" err="1"/>
              <a:t>Worldclim</a:t>
            </a:r>
            <a:r>
              <a:rPr lang="en-US" dirty="0"/>
              <a:t> [open-access]</a:t>
            </a:r>
            <a:endParaRPr dirty="0"/>
          </a:p>
        </p:txBody>
      </p:sp>
      <p:sp>
        <p:nvSpPr>
          <p:cNvPr id="145" name="Google Shape;145;p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7"/>
        <p:cNvGrpSpPr/>
        <p:nvPr/>
      </p:nvGrpSpPr>
      <p:grpSpPr>
        <a:xfrm>
          <a:off x="0" y="0"/>
          <a:ext cx="0" cy="0"/>
          <a:chOff x="0" y="0"/>
          <a:chExt cx="0" cy="0"/>
        </a:xfrm>
      </p:grpSpPr>
      <p:sp>
        <p:nvSpPr>
          <p:cNvPr id="158" name="Google Shape;158;p6: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17999"/>
              </a:lnSpc>
              <a:spcBef>
                <a:spcPts val="0"/>
              </a:spcBef>
              <a:spcAft>
                <a:spcPts val="0"/>
              </a:spcAft>
              <a:buSzPts val="1400"/>
              <a:buNone/>
            </a:pPr>
            <a:endParaRPr dirty="0"/>
          </a:p>
        </p:txBody>
      </p:sp>
      <p:sp>
        <p:nvSpPr>
          <p:cNvPr id="159" name="Google Shape;159;p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4"/>
        <p:cNvGrpSpPr/>
        <p:nvPr/>
      </p:nvGrpSpPr>
      <p:grpSpPr>
        <a:xfrm>
          <a:off x="0" y="0"/>
          <a:ext cx="0" cy="0"/>
          <a:chOff x="0" y="0"/>
          <a:chExt cx="0" cy="0"/>
        </a:xfrm>
      </p:grpSpPr>
      <p:sp>
        <p:nvSpPr>
          <p:cNvPr id="165" name="Google Shape;165;p7: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17999"/>
              </a:lnSpc>
              <a:spcBef>
                <a:spcPts val="0"/>
              </a:spcBef>
              <a:spcAft>
                <a:spcPts val="0"/>
              </a:spcAft>
              <a:buSzPts val="1400"/>
              <a:buNone/>
            </a:pPr>
            <a:endParaRPr dirty="0"/>
          </a:p>
          <a:p>
            <a:pPr marL="0" lvl="0" indent="0" algn="l" rtl="0">
              <a:lnSpc>
                <a:spcPct val="117999"/>
              </a:lnSpc>
              <a:spcBef>
                <a:spcPts val="0"/>
              </a:spcBef>
              <a:spcAft>
                <a:spcPts val="0"/>
              </a:spcAft>
              <a:buSzPts val="1400"/>
              <a:buNone/>
            </a:pPr>
            <a:r>
              <a:rPr lang="en-US" dirty="0"/>
              <a:t>Image credit: Andrea Paz. </a:t>
            </a:r>
            <a:endParaRPr dirty="0"/>
          </a:p>
        </p:txBody>
      </p:sp>
      <p:sp>
        <p:nvSpPr>
          <p:cNvPr id="166" name="Google Shape;166;p7: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4"/>
        <p:cNvGrpSpPr/>
        <p:nvPr/>
      </p:nvGrpSpPr>
      <p:grpSpPr>
        <a:xfrm>
          <a:off x="0" y="0"/>
          <a:ext cx="0" cy="0"/>
          <a:chOff x="0" y="0"/>
          <a:chExt cx="0" cy="0"/>
        </a:xfrm>
      </p:grpSpPr>
      <p:sp>
        <p:nvSpPr>
          <p:cNvPr id="175" name="Google Shape;175;p8: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17999"/>
              </a:lnSpc>
              <a:spcBef>
                <a:spcPts val="0"/>
              </a:spcBef>
              <a:spcAft>
                <a:spcPts val="0"/>
              </a:spcAft>
              <a:buSzPts val="1400"/>
              <a:buNone/>
            </a:pPr>
            <a:r>
              <a:rPr lang="en-US" dirty="0"/>
              <a:t>When planning on doing transfers in time there are some further constraints on the variables that can be used to select the model. </a:t>
            </a:r>
          </a:p>
          <a:p>
            <a:pPr marL="0" lvl="0" indent="0" algn="l" rtl="0">
              <a:lnSpc>
                <a:spcPct val="117999"/>
              </a:lnSpc>
              <a:spcBef>
                <a:spcPts val="0"/>
              </a:spcBef>
              <a:spcAft>
                <a:spcPts val="0"/>
              </a:spcAft>
              <a:buSzPts val="1400"/>
              <a:buNone/>
            </a:pPr>
            <a:endParaRPr lang="en-US" dirty="0"/>
          </a:p>
          <a:p>
            <a:pPr marL="0" marR="0" lvl="0" indent="0" algn="l" defTabSz="914400" rtl="0" eaLnBrk="1" fontAlgn="auto" latinLnBrk="0" hangingPunct="1">
              <a:lnSpc>
                <a:spcPct val="117999"/>
              </a:lnSpc>
              <a:spcBef>
                <a:spcPts val="0"/>
              </a:spcBef>
              <a:spcAft>
                <a:spcPts val="0"/>
              </a:spcAft>
              <a:buClr>
                <a:srgbClr val="000000"/>
              </a:buClr>
              <a:buSzPts val="1400"/>
              <a:buFont typeface="Arial"/>
              <a:buNone/>
              <a:tabLst/>
              <a:defRPr/>
            </a:pPr>
            <a:r>
              <a:rPr lang="en-US" b="0" dirty="0"/>
              <a:t>Image credit: Ken Lane/Flickr [</a:t>
            </a:r>
            <a:r>
              <a:rPr lang="en-US" b="0" i="0" cap="all" dirty="0">
                <a:solidFill>
                  <a:srgbClr val="000000"/>
                </a:solidFill>
                <a:effectLst/>
                <a:latin typeface="roboto condensed" panose="020F0502020204030204" pitchFamily="34" charset="0"/>
              </a:rPr>
              <a:t>CC BY-NC-SA 2.0 DEED]</a:t>
            </a:r>
          </a:p>
          <a:p>
            <a:pPr marL="0" lvl="0" indent="0" algn="l" rtl="0">
              <a:lnSpc>
                <a:spcPct val="117999"/>
              </a:lnSpc>
              <a:spcBef>
                <a:spcPts val="0"/>
              </a:spcBef>
              <a:spcAft>
                <a:spcPts val="0"/>
              </a:spcAft>
              <a:buSzPts val="1400"/>
              <a:buNone/>
            </a:pPr>
            <a:endParaRPr dirty="0"/>
          </a:p>
        </p:txBody>
      </p:sp>
      <p:sp>
        <p:nvSpPr>
          <p:cNvPr id="176" name="Google Shape;176;p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2"/>
        <p:cNvGrpSpPr/>
        <p:nvPr/>
      </p:nvGrpSpPr>
      <p:grpSpPr>
        <a:xfrm>
          <a:off x="0" y="0"/>
          <a:ext cx="0" cy="0"/>
          <a:chOff x="0" y="0"/>
          <a:chExt cx="0" cy="0"/>
        </a:xfrm>
      </p:grpSpPr>
      <p:sp>
        <p:nvSpPr>
          <p:cNvPr id="183" name="Google Shape;183;p9: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17999"/>
              </a:lnSpc>
              <a:spcBef>
                <a:spcPts val="0"/>
              </a:spcBef>
              <a:spcAft>
                <a:spcPts val="0"/>
              </a:spcAft>
              <a:buSzPts val="1400"/>
              <a:buNone/>
            </a:pPr>
            <a:endParaRPr dirty="0"/>
          </a:p>
        </p:txBody>
      </p:sp>
      <p:sp>
        <p:nvSpPr>
          <p:cNvPr id="184" name="Google Shape;184;p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0"/>
        <p:cNvGrpSpPr/>
        <p:nvPr/>
      </p:nvGrpSpPr>
      <p:grpSpPr>
        <a:xfrm>
          <a:off x="0" y="0"/>
          <a:ext cx="0" cy="0"/>
          <a:chOff x="0" y="0"/>
          <a:chExt cx="0" cy="0"/>
        </a:xfrm>
      </p:grpSpPr>
      <p:sp>
        <p:nvSpPr>
          <p:cNvPr id="191" name="Google Shape;191;g2a967ea5d19_0_7: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2" name="Google Shape;192;g2a967ea5d19_0_7: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p10: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17999"/>
              </a:lnSpc>
              <a:spcBef>
                <a:spcPts val="0"/>
              </a:spcBef>
              <a:spcAft>
                <a:spcPts val="0"/>
              </a:spcAft>
              <a:buSzPts val="1400"/>
              <a:buNone/>
            </a:pPr>
            <a:endParaRPr dirty="0"/>
          </a:p>
        </p:txBody>
      </p:sp>
      <p:sp>
        <p:nvSpPr>
          <p:cNvPr id="197" name="Google Shape;197;p1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p:cNvGrpSpPr/>
        <p:nvPr/>
      </p:nvGrpSpPr>
      <p:grpSpPr>
        <a:xfrm>
          <a:off x="0" y="0"/>
          <a:ext cx="0" cy="0"/>
          <a:chOff x="0" y="0"/>
          <a:chExt cx="0" cy="0"/>
        </a:xfrm>
      </p:grpSpPr>
      <p:sp>
        <p:nvSpPr>
          <p:cNvPr id="202" name="Google Shape;202;p1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17999"/>
              </a:lnSpc>
              <a:spcBef>
                <a:spcPts val="0"/>
              </a:spcBef>
              <a:spcAft>
                <a:spcPts val="0"/>
              </a:spcAft>
              <a:buSzPts val="1400"/>
              <a:buNone/>
            </a:pPr>
            <a:endParaRPr/>
          </a:p>
        </p:txBody>
      </p:sp>
      <p:sp>
        <p:nvSpPr>
          <p:cNvPr id="203" name="Google Shape;203;p1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7"/>
        <p:cNvGrpSpPr/>
        <p:nvPr/>
      </p:nvGrpSpPr>
      <p:grpSpPr>
        <a:xfrm>
          <a:off x="0" y="0"/>
          <a:ext cx="0" cy="0"/>
          <a:chOff x="0" y="0"/>
          <a:chExt cx="0" cy="0"/>
        </a:xfrm>
      </p:grpSpPr>
      <p:sp>
        <p:nvSpPr>
          <p:cNvPr id="208" name="Google Shape;208;p12: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17999"/>
              </a:lnSpc>
              <a:spcBef>
                <a:spcPts val="0"/>
              </a:spcBef>
              <a:spcAft>
                <a:spcPts val="0"/>
              </a:spcAft>
              <a:buSzPts val="1400"/>
              <a:buNone/>
            </a:pPr>
            <a:endParaRPr/>
          </a:p>
        </p:txBody>
      </p:sp>
      <p:sp>
        <p:nvSpPr>
          <p:cNvPr id="209" name="Google Shape;209;p1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3"/>
        <p:cNvGrpSpPr/>
        <p:nvPr/>
      </p:nvGrpSpPr>
      <p:grpSpPr>
        <a:xfrm>
          <a:off x="0" y="0"/>
          <a:ext cx="0" cy="0"/>
          <a:chOff x="0" y="0"/>
          <a:chExt cx="0" cy="0"/>
        </a:xfrm>
      </p:grpSpPr>
      <p:sp>
        <p:nvSpPr>
          <p:cNvPr id="214" name="Google Shape;214;p13: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17999"/>
              </a:lnSpc>
              <a:spcBef>
                <a:spcPts val="0"/>
              </a:spcBef>
              <a:spcAft>
                <a:spcPts val="0"/>
              </a:spcAft>
              <a:buSzPts val="1400"/>
              <a:buNone/>
            </a:pPr>
            <a:endParaRPr/>
          </a:p>
        </p:txBody>
      </p:sp>
      <p:sp>
        <p:nvSpPr>
          <p:cNvPr id="215" name="Google Shape;215;p1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p14: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17999"/>
              </a:lnSpc>
              <a:spcBef>
                <a:spcPts val="0"/>
              </a:spcBef>
              <a:spcAft>
                <a:spcPts val="0"/>
              </a:spcAft>
              <a:buSzPts val="1400"/>
              <a:buNone/>
            </a:pPr>
            <a:endParaRPr/>
          </a:p>
        </p:txBody>
      </p:sp>
      <p:sp>
        <p:nvSpPr>
          <p:cNvPr id="221" name="Google Shape;221;p1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1"/>
        <p:cNvGrpSpPr/>
        <p:nvPr/>
      </p:nvGrpSpPr>
      <p:grpSpPr>
        <a:xfrm>
          <a:off x="0" y="0"/>
          <a:ext cx="0" cy="0"/>
          <a:chOff x="0" y="0"/>
          <a:chExt cx="0" cy="0"/>
        </a:xfrm>
      </p:grpSpPr>
      <p:sp>
        <p:nvSpPr>
          <p:cNvPr id="232" name="Google Shape;232;p16: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defTabSz="914400" rtl="0" eaLnBrk="1" fontAlgn="auto" latinLnBrk="0" hangingPunct="1">
              <a:lnSpc>
                <a:spcPct val="117999"/>
              </a:lnSpc>
              <a:spcBef>
                <a:spcPts val="0"/>
              </a:spcBef>
              <a:spcAft>
                <a:spcPts val="0"/>
              </a:spcAft>
              <a:buClr>
                <a:srgbClr val="000000"/>
              </a:buClr>
              <a:buSzPts val="1400"/>
              <a:buFont typeface="Arial"/>
              <a:buNone/>
              <a:tabLst/>
              <a:defRPr/>
            </a:pPr>
            <a:r>
              <a:rPr lang="en-US" sz="1800" dirty="0">
                <a:effectLst/>
                <a:latin typeface="Arial" panose="020B0604020202020204" pitchFamily="34" charset="0"/>
                <a:ea typeface="Calibri" panose="020F0502020204030204" pitchFamily="34" charset="0"/>
                <a:cs typeface="Times New Roman" panose="02020603050405020304" pitchFamily="18" charset="0"/>
              </a:rPr>
              <a:t>Image credits: Left: R.J. </a:t>
            </a:r>
            <a:r>
              <a:rPr lang="en-US" sz="1800" dirty="0" err="1">
                <a:effectLst/>
                <a:latin typeface="Arial" panose="020B0604020202020204" pitchFamily="34" charset="0"/>
                <a:ea typeface="Calibri" panose="020F0502020204030204" pitchFamily="34" charset="0"/>
                <a:cs typeface="Times New Roman" panose="02020603050405020304" pitchFamily="18" charset="0"/>
              </a:rPr>
              <a:t>Hijmans</a:t>
            </a:r>
            <a:r>
              <a:rPr lang="en-US" sz="1800" dirty="0">
                <a:effectLst/>
                <a:latin typeface="Arial" panose="020B0604020202020204" pitchFamily="34" charset="0"/>
                <a:ea typeface="Calibri" panose="020F0502020204030204" pitchFamily="34" charset="0"/>
                <a:cs typeface="Times New Roman" panose="02020603050405020304" pitchFamily="18" charset="0"/>
              </a:rPr>
              <a:t> and J. </a:t>
            </a:r>
            <a:r>
              <a:rPr lang="en-US" sz="1800" dirty="0" err="1">
                <a:effectLst/>
                <a:latin typeface="Arial" panose="020B0604020202020204" pitchFamily="34" charset="0"/>
                <a:ea typeface="Calibri" panose="020F0502020204030204" pitchFamily="34" charset="0"/>
                <a:cs typeface="Times New Roman" panose="02020603050405020304" pitchFamily="18" charset="0"/>
              </a:rPr>
              <a:t>Elith</a:t>
            </a:r>
            <a:r>
              <a:rPr lang="en-US" sz="1800" dirty="0">
                <a:effectLst/>
                <a:latin typeface="Arial" panose="020B0604020202020204" pitchFamily="34" charset="0"/>
                <a:ea typeface="Calibri" panose="020F0502020204030204" pitchFamily="34" charset="0"/>
                <a:cs typeface="Times New Roman" panose="02020603050405020304" pitchFamily="18" charset="0"/>
              </a:rPr>
              <a:t>. Species distribution modeling. Available from: </a:t>
            </a:r>
            <a:r>
              <a:rPr lang="en-US" sz="1800" u="sng" dirty="0">
                <a:solidFill>
                  <a:srgbClr val="0563C1"/>
                </a:solidFill>
                <a:effectLst/>
                <a:latin typeface="Arial" panose="020B0604020202020204" pitchFamily="34" charset="0"/>
                <a:ea typeface="Calibri" panose="020F0502020204030204" pitchFamily="34" charset="0"/>
                <a:cs typeface="Times New Roman" panose="02020603050405020304" pitchFamily="18" charset="0"/>
                <a:hlinkClick r:id="rId3"/>
              </a:rPr>
              <a:t>https://rspatial.org/raster/sdm/index.html</a:t>
            </a:r>
            <a:r>
              <a:rPr lang="en-US" sz="1800" dirty="0">
                <a:effectLst/>
                <a:latin typeface="Arial" panose="020B0604020202020204" pitchFamily="34" charset="0"/>
                <a:ea typeface="Calibri" panose="020F0502020204030204" pitchFamily="34" charset="0"/>
                <a:cs typeface="Times New Roman" panose="02020603050405020304" pitchFamily="18" charset="0"/>
              </a:rPr>
              <a:t>  [CC BY-SA 4.0]. Right: D. </a:t>
            </a:r>
            <a:r>
              <a:rPr lang="en-US" sz="1800" dirty="0" err="1">
                <a:effectLst/>
                <a:latin typeface="Arial" panose="020B0604020202020204" pitchFamily="34" charset="0"/>
                <a:ea typeface="Calibri" panose="020F0502020204030204" pitchFamily="34" charset="0"/>
                <a:cs typeface="Times New Roman" panose="02020603050405020304" pitchFamily="18" charset="0"/>
              </a:rPr>
              <a:t>Zurell</a:t>
            </a:r>
            <a:r>
              <a:rPr lang="en-US" sz="1800" dirty="0">
                <a:effectLst/>
                <a:latin typeface="Arial" panose="020B0604020202020204" pitchFamily="34" charset="0"/>
                <a:ea typeface="Calibri" panose="020F0502020204030204" pitchFamily="34" charset="0"/>
                <a:cs typeface="Times New Roman" panose="02020603050405020304" pitchFamily="18" charset="0"/>
              </a:rPr>
              <a:t>. 2022. SDM algorithms. Available from: </a:t>
            </a:r>
            <a:r>
              <a:rPr lang="en-US" sz="1800" u="sng" dirty="0">
                <a:solidFill>
                  <a:srgbClr val="0563C1"/>
                </a:solidFill>
                <a:effectLst/>
                <a:latin typeface="Arial" panose="020B0604020202020204" pitchFamily="34" charset="0"/>
                <a:ea typeface="Calibri" panose="020F0502020204030204" pitchFamily="34" charset="0"/>
                <a:cs typeface="Times New Roman" panose="02020603050405020304" pitchFamily="18" charset="0"/>
                <a:hlinkClick r:id="rId4"/>
              </a:rPr>
              <a:t>https://damariszurell.github.io/EEC-MGC/b6_SDM_algorithms.html</a:t>
            </a:r>
            <a:r>
              <a:rPr lang="en-US" sz="1800" dirty="0">
                <a:effectLst/>
                <a:latin typeface="Arial" panose="020B0604020202020204" pitchFamily="34" charset="0"/>
                <a:ea typeface="Calibri" panose="020F0502020204030204" pitchFamily="34" charset="0"/>
                <a:cs typeface="Times New Roman" panose="02020603050405020304" pitchFamily="18" charset="0"/>
              </a:rPr>
              <a:t> [CC BY 4.0]. </a:t>
            </a: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233" name="Google Shape;233;p1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1"/>
        <p:cNvGrpSpPr/>
        <p:nvPr/>
      </p:nvGrpSpPr>
      <p:grpSpPr>
        <a:xfrm>
          <a:off x="0" y="0"/>
          <a:ext cx="0" cy="0"/>
          <a:chOff x="0" y="0"/>
          <a:chExt cx="0" cy="0"/>
        </a:xfrm>
      </p:grpSpPr>
      <p:sp>
        <p:nvSpPr>
          <p:cNvPr id="242" name="Google Shape;242;p17: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defTabSz="914400" rtl="0" eaLnBrk="1" fontAlgn="auto" latinLnBrk="0" hangingPunct="1">
              <a:lnSpc>
                <a:spcPct val="117999"/>
              </a:lnSpc>
              <a:spcBef>
                <a:spcPts val="0"/>
              </a:spcBef>
              <a:spcAft>
                <a:spcPts val="0"/>
              </a:spcAft>
              <a:buClr>
                <a:schemeClr val="dk1"/>
              </a:buClr>
              <a:buSzPts val="1400"/>
              <a:buFont typeface="Arial"/>
              <a:buNone/>
              <a:tabLst/>
              <a:defRPr/>
            </a:pPr>
            <a:r>
              <a:rPr lang="en-US" dirty="0">
                <a:solidFill>
                  <a:schemeClr val="dk1"/>
                </a:solidFill>
              </a:rPr>
              <a:t>Image credits: </a:t>
            </a:r>
            <a:r>
              <a:rPr lang="en-US" sz="1800" dirty="0">
                <a:effectLst/>
                <a:latin typeface="Arial" panose="020B0604020202020204" pitchFamily="34" charset="0"/>
                <a:ea typeface="Calibri" panose="020F0502020204030204" pitchFamily="34" charset="0"/>
                <a:cs typeface="Times New Roman" panose="02020603050405020304" pitchFamily="18" charset="0"/>
              </a:rPr>
              <a:t>D. </a:t>
            </a:r>
            <a:r>
              <a:rPr lang="en-US" sz="1800" dirty="0" err="1">
                <a:effectLst/>
                <a:latin typeface="Arial" panose="020B0604020202020204" pitchFamily="34" charset="0"/>
                <a:ea typeface="Calibri" panose="020F0502020204030204" pitchFamily="34" charset="0"/>
                <a:cs typeface="Times New Roman" panose="02020603050405020304" pitchFamily="18" charset="0"/>
              </a:rPr>
              <a:t>Zurell</a:t>
            </a:r>
            <a:r>
              <a:rPr lang="en-US" sz="1800" dirty="0">
                <a:effectLst/>
                <a:latin typeface="Arial" panose="020B0604020202020204" pitchFamily="34" charset="0"/>
                <a:ea typeface="Calibri" panose="020F0502020204030204" pitchFamily="34" charset="0"/>
                <a:cs typeface="Times New Roman" panose="02020603050405020304" pitchFamily="18" charset="0"/>
              </a:rPr>
              <a:t>. 2022. SDM algorithms. Available from: </a:t>
            </a:r>
            <a:r>
              <a:rPr lang="en-US" sz="1800" u="sng" dirty="0">
                <a:solidFill>
                  <a:srgbClr val="0563C1"/>
                </a:solidFill>
                <a:effectLst/>
                <a:latin typeface="Arial" panose="020B0604020202020204" pitchFamily="34" charset="0"/>
                <a:ea typeface="Calibri" panose="020F0502020204030204" pitchFamily="34" charset="0"/>
                <a:cs typeface="Times New Roman" panose="02020603050405020304" pitchFamily="18" charset="0"/>
                <a:hlinkClick r:id="rId3"/>
              </a:rPr>
              <a:t>https://damariszurell.github.io/EEC-MGC/b6_SDM_algorithms.html</a:t>
            </a:r>
            <a:r>
              <a:rPr lang="en-US" sz="1800" dirty="0">
                <a:effectLst/>
                <a:latin typeface="Arial" panose="020B0604020202020204" pitchFamily="34" charset="0"/>
                <a:ea typeface="Calibri" panose="020F0502020204030204" pitchFamily="34" charset="0"/>
                <a:cs typeface="Times New Roman" panose="02020603050405020304" pitchFamily="18" charset="0"/>
              </a:rPr>
              <a:t> [CC BY 4.0]. </a:t>
            </a: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a:p>
            <a:pPr marL="0" lvl="0" indent="0" algn="l" rtl="0">
              <a:spcBef>
                <a:spcPts val="0"/>
              </a:spcBef>
              <a:spcAft>
                <a:spcPts val="0"/>
              </a:spcAft>
              <a:buClr>
                <a:schemeClr val="dk1"/>
              </a:buClr>
              <a:buSzPts val="1400"/>
              <a:buFont typeface="Arial"/>
              <a:buNone/>
            </a:pPr>
            <a:endParaRPr dirty="0">
              <a:solidFill>
                <a:schemeClr val="dk1"/>
              </a:solidFill>
            </a:endParaRPr>
          </a:p>
          <a:p>
            <a:pPr marL="0" lvl="0" indent="0" algn="l" rtl="0">
              <a:lnSpc>
                <a:spcPct val="117999"/>
              </a:lnSpc>
              <a:spcBef>
                <a:spcPts val="0"/>
              </a:spcBef>
              <a:spcAft>
                <a:spcPts val="0"/>
              </a:spcAft>
              <a:buSzPts val="1400"/>
              <a:buNone/>
            </a:pPr>
            <a:endParaRPr dirty="0"/>
          </a:p>
        </p:txBody>
      </p:sp>
      <p:sp>
        <p:nvSpPr>
          <p:cNvPr id="243" name="Google Shape;243;p17: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1"/>
        <p:cNvGrpSpPr/>
        <p:nvPr/>
      </p:nvGrpSpPr>
      <p:grpSpPr>
        <a:xfrm>
          <a:off x="0" y="0"/>
          <a:ext cx="0" cy="0"/>
          <a:chOff x="0" y="0"/>
          <a:chExt cx="0" cy="0"/>
        </a:xfrm>
      </p:grpSpPr>
      <p:sp>
        <p:nvSpPr>
          <p:cNvPr id="252" name="Google Shape;252;p18: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a:spcBef>
                <a:spcPts val="0"/>
              </a:spcBef>
              <a:spcAft>
                <a:spcPts val="0"/>
              </a:spcAft>
            </a:pPr>
            <a:r>
              <a:rPr lang="en-US" sz="1800" dirty="0">
                <a:effectLst/>
                <a:latin typeface="Arial" panose="020B0604020202020204" pitchFamily="34" charset="0"/>
                <a:ea typeface="Calibri" panose="020F0502020204030204" pitchFamily="34" charset="0"/>
                <a:cs typeface="Times New Roman" panose="02020603050405020304" pitchFamily="18" charset="0"/>
              </a:rPr>
              <a:t>Image credit: D. </a:t>
            </a:r>
            <a:r>
              <a:rPr lang="en-US" sz="1800" dirty="0" err="1">
                <a:effectLst/>
                <a:latin typeface="Arial" panose="020B0604020202020204" pitchFamily="34" charset="0"/>
                <a:ea typeface="Calibri" panose="020F0502020204030204" pitchFamily="34" charset="0"/>
                <a:cs typeface="Times New Roman" panose="02020603050405020304" pitchFamily="18" charset="0"/>
              </a:rPr>
              <a:t>Zurell</a:t>
            </a:r>
            <a:r>
              <a:rPr lang="en-US" sz="1800" dirty="0">
                <a:effectLst/>
                <a:latin typeface="Arial" panose="020B0604020202020204" pitchFamily="34" charset="0"/>
                <a:ea typeface="Calibri" panose="020F0502020204030204" pitchFamily="34" charset="0"/>
                <a:cs typeface="Times New Roman" panose="02020603050405020304" pitchFamily="18" charset="0"/>
              </a:rPr>
              <a:t>. 2022. SDM algorithms. Available from: </a:t>
            </a:r>
            <a:r>
              <a:rPr lang="en-US" sz="1800" u="sng" dirty="0">
                <a:solidFill>
                  <a:srgbClr val="0563C1"/>
                </a:solidFill>
                <a:effectLst/>
                <a:latin typeface="Arial" panose="020B0604020202020204" pitchFamily="34" charset="0"/>
                <a:ea typeface="Calibri" panose="020F0502020204030204" pitchFamily="34" charset="0"/>
                <a:cs typeface="Times New Roman" panose="02020603050405020304" pitchFamily="18" charset="0"/>
                <a:hlinkClick r:id="rId3"/>
              </a:rPr>
              <a:t>https://damariszurell.github.io/EEC-MGC/b6_SDM_algorithms.html</a:t>
            </a:r>
            <a:r>
              <a:rPr lang="en-US" sz="1800" dirty="0">
                <a:effectLst/>
                <a:latin typeface="Arial" panose="020B0604020202020204" pitchFamily="34" charset="0"/>
                <a:ea typeface="Calibri" panose="020F0502020204030204" pitchFamily="34" charset="0"/>
                <a:cs typeface="Times New Roman" panose="02020603050405020304" pitchFamily="18" charset="0"/>
              </a:rPr>
              <a:t> [CC BY 4.0]. </a:t>
            </a: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a:p>
            <a:pPr marL="0" lvl="0" indent="0" algn="l" rtl="0">
              <a:lnSpc>
                <a:spcPct val="117999"/>
              </a:lnSpc>
              <a:spcBef>
                <a:spcPts val="0"/>
              </a:spcBef>
              <a:spcAft>
                <a:spcPts val="0"/>
              </a:spcAft>
              <a:buSzPts val="1400"/>
              <a:buNone/>
            </a:pPr>
            <a:endParaRPr dirty="0"/>
          </a:p>
        </p:txBody>
      </p:sp>
      <p:sp>
        <p:nvSpPr>
          <p:cNvPr id="253" name="Google Shape;253;p1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2"/>
        <p:cNvGrpSpPr/>
        <p:nvPr/>
      </p:nvGrpSpPr>
      <p:grpSpPr>
        <a:xfrm>
          <a:off x="0" y="0"/>
          <a:ext cx="0" cy="0"/>
          <a:chOff x="0" y="0"/>
          <a:chExt cx="0" cy="0"/>
        </a:xfrm>
      </p:grpSpPr>
      <p:sp>
        <p:nvSpPr>
          <p:cNvPr id="263" name="Google Shape;263;p19: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228600" algn="l" defTabSz="914400" rtl="0" eaLnBrk="1" fontAlgn="auto" latinLnBrk="0" hangingPunct="1">
              <a:lnSpc>
                <a:spcPct val="117999"/>
              </a:lnSpc>
              <a:spcBef>
                <a:spcPts val="0"/>
              </a:spcBef>
              <a:spcAft>
                <a:spcPts val="0"/>
              </a:spcAft>
              <a:buClr>
                <a:srgbClr val="000000"/>
              </a:buClr>
              <a:buSzPts val="1400"/>
              <a:buFont typeface="Arial"/>
              <a:buNone/>
              <a:tabLst/>
              <a:defRPr/>
            </a:pPr>
            <a:r>
              <a:rPr lang="en-US" sz="2400" dirty="0">
                <a:effectLst/>
                <a:latin typeface="Arial" panose="020B0604020202020204" pitchFamily="34" charset="0"/>
                <a:ea typeface="Calibri" panose="020F0502020204030204" pitchFamily="34" charset="0"/>
                <a:cs typeface="Times New Roman" panose="02020603050405020304" pitchFamily="18" charset="0"/>
              </a:rPr>
              <a:t>Image credit: Left: </a:t>
            </a:r>
            <a:r>
              <a:rPr lang="en-US" sz="1800" dirty="0">
                <a:effectLst/>
                <a:latin typeface="Arial" panose="020B0604020202020204" pitchFamily="34" charset="0"/>
                <a:ea typeface="Calibri" panose="020F0502020204030204" pitchFamily="34" charset="0"/>
                <a:cs typeface="Times New Roman" panose="02020603050405020304" pitchFamily="18" charset="0"/>
              </a:rPr>
              <a:t>Random Forest. 2021. </a:t>
            </a:r>
            <a:r>
              <a:rPr lang="en-US" sz="1800" dirty="0">
                <a:solidFill>
                  <a:srgbClr val="333333"/>
                </a:solidFill>
                <a:effectLst/>
                <a:latin typeface="Arial" panose="020B0604020202020204" pitchFamily="34" charset="0"/>
                <a:ea typeface="Calibri" panose="020F0502020204030204" pitchFamily="34" charset="0"/>
                <a:cs typeface="Times New Roman" panose="02020603050405020304" pitchFamily="18" charset="0"/>
              </a:rPr>
              <a:t>Biodiversity and Climate Change Virtual Laboratory</a:t>
            </a:r>
            <a:r>
              <a:rPr lang="en-US" sz="1800" dirty="0">
                <a:effectLst/>
                <a:latin typeface="Arial" panose="020B0604020202020204" pitchFamily="34" charset="0"/>
                <a:ea typeface="Calibri" panose="020F0502020204030204" pitchFamily="34" charset="0"/>
                <a:cs typeface="Times New Roman" panose="02020603050405020304" pitchFamily="18" charset="0"/>
              </a:rPr>
              <a:t>. Available from: </a:t>
            </a:r>
            <a:r>
              <a:rPr lang="en-US" sz="1800" u="sng" dirty="0">
                <a:solidFill>
                  <a:srgbClr val="0563C1"/>
                </a:solidFill>
                <a:effectLst/>
                <a:latin typeface="Arial" panose="020B0604020202020204" pitchFamily="34" charset="0"/>
                <a:ea typeface="Calibri" panose="020F0502020204030204" pitchFamily="34" charset="0"/>
                <a:cs typeface="Times New Roman" panose="02020603050405020304" pitchFamily="18" charset="0"/>
                <a:hlinkClick r:id="rId3"/>
              </a:rPr>
              <a:t>https://support.bccvl.org.au/support/solutions/articles/6000083217-random-forest</a:t>
            </a:r>
            <a:r>
              <a:rPr lang="en-US" sz="1800" dirty="0">
                <a:effectLst/>
                <a:latin typeface="Arial" panose="020B0604020202020204" pitchFamily="34" charset="0"/>
                <a:ea typeface="Calibri" panose="020F0502020204030204" pitchFamily="34" charset="0"/>
                <a:cs typeface="Times New Roman" panose="02020603050405020304" pitchFamily="18" charset="0"/>
              </a:rPr>
              <a:t>. </a:t>
            </a:r>
            <a:r>
              <a:rPr lang="en-US" sz="2400" dirty="0">
                <a:effectLst/>
                <a:latin typeface="Arial" panose="020B0604020202020204" pitchFamily="34" charset="0"/>
                <a:ea typeface="Calibri" panose="020F0502020204030204" pitchFamily="34" charset="0"/>
                <a:cs typeface="Times New Roman" panose="02020603050405020304" pitchFamily="18" charset="0"/>
              </a:rPr>
              <a:t>Right: D.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Zurell</a:t>
            </a:r>
            <a:r>
              <a:rPr lang="en-US" sz="2400" dirty="0">
                <a:effectLst/>
                <a:latin typeface="Arial" panose="020B0604020202020204" pitchFamily="34" charset="0"/>
                <a:ea typeface="Calibri" panose="020F0502020204030204" pitchFamily="34" charset="0"/>
                <a:cs typeface="Times New Roman" panose="02020603050405020304" pitchFamily="18" charset="0"/>
              </a:rPr>
              <a:t>. 2022. SDM algorithms. Available from: </a:t>
            </a:r>
            <a:r>
              <a:rPr lang="en-US" sz="2400" u="sng" dirty="0">
                <a:solidFill>
                  <a:srgbClr val="0563C1"/>
                </a:solidFill>
                <a:effectLst/>
                <a:latin typeface="Arial" panose="020B0604020202020204" pitchFamily="34" charset="0"/>
                <a:ea typeface="Calibri" panose="020F0502020204030204" pitchFamily="34" charset="0"/>
                <a:cs typeface="Times New Roman" panose="02020603050405020304" pitchFamily="18" charset="0"/>
                <a:hlinkClick r:id="rId4"/>
              </a:rPr>
              <a:t>https://damariszurell.github.io/EEC-MGC/b6_SDM_algorithms.html</a:t>
            </a:r>
            <a:r>
              <a:rPr lang="en-US" sz="2400" dirty="0">
                <a:effectLst/>
                <a:latin typeface="Arial" panose="020B0604020202020204" pitchFamily="34" charset="0"/>
                <a:ea typeface="Calibri" panose="020F0502020204030204" pitchFamily="34" charset="0"/>
                <a:cs typeface="Times New Roman" panose="02020603050405020304" pitchFamily="18" charset="0"/>
              </a:rPr>
              <a:t> [CC BY 4.0]. </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p>
            <a:pPr marL="0" lvl="0" indent="0" algn="l" rtl="0">
              <a:lnSpc>
                <a:spcPct val="117999"/>
              </a:lnSpc>
              <a:spcBef>
                <a:spcPts val="0"/>
              </a:spcBef>
              <a:spcAft>
                <a:spcPts val="0"/>
              </a:spcAft>
              <a:buSzPts val="1400"/>
              <a:buNone/>
            </a:pPr>
            <a:endParaRPr lang="en-US" dirty="0"/>
          </a:p>
          <a:p>
            <a:pPr marL="0" lvl="0" indent="0" algn="l" rtl="0">
              <a:lnSpc>
                <a:spcPct val="117999"/>
              </a:lnSpc>
              <a:spcBef>
                <a:spcPts val="0"/>
              </a:spcBef>
              <a:spcAft>
                <a:spcPts val="0"/>
              </a:spcAft>
              <a:buSzPts val="1400"/>
              <a:buNone/>
            </a:pPr>
            <a:endParaRPr dirty="0"/>
          </a:p>
        </p:txBody>
      </p:sp>
      <p:sp>
        <p:nvSpPr>
          <p:cNvPr id="264" name="Google Shape;264;p1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3"/>
        <p:cNvGrpSpPr/>
        <p:nvPr/>
      </p:nvGrpSpPr>
      <p:grpSpPr>
        <a:xfrm>
          <a:off x="0" y="0"/>
          <a:ext cx="0" cy="0"/>
          <a:chOff x="0" y="0"/>
          <a:chExt cx="0" cy="0"/>
        </a:xfrm>
      </p:grpSpPr>
      <p:sp>
        <p:nvSpPr>
          <p:cNvPr id="274" name="Google Shape;274;p20: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228600" algn="l" defTabSz="914400" rtl="0" eaLnBrk="1" fontAlgn="auto" latinLnBrk="0" hangingPunct="1">
              <a:lnSpc>
                <a:spcPct val="117999"/>
              </a:lnSpc>
              <a:spcBef>
                <a:spcPts val="0"/>
              </a:spcBef>
              <a:spcAft>
                <a:spcPts val="0"/>
              </a:spcAft>
              <a:buClr>
                <a:srgbClr val="000000"/>
              </a:buClr>
              <a:buSzPts val="1400"/>
              <a:buFont typeface="Arial"/>
              <a:buNone/>
              <a:tabLst/>
              <a:defRPr/>
            </a:pPr>
            <a:r>
              <a:rPr lang="en-US" sz="3200" dirty="0">
                <a:effectLst/>
                <a:latin typeface="Arial" panose="020B0604020202020204" pitchFamily="34" charset="0"/>
                <a:ea typeface="Calibri" panose="020F0502020204030204" pitchFamily="34" charset="0"/>
                <a:cs typeface="Times New Roman" panose="02020603050405020304" pitchFamily="18" charset="0"/>
              </a:rPr>
              <a:t>Image credit: Left: </a:t>
            </a:r>
            <a:r>
              <a:rPr lang="en-US" sz="2400" dirty="0">
                <a:effectLst/>
                <a:latin typeface="Arial" panose="020B0604020202020204" pitchFamily="34" charset="0"/>
                <a:ea typeface="Calibri" panose="020F0502020204030204" pitchFamily="34" charset="0"/>
                <a:cs typeface="Times New Roman" panose="02020603050405020304" pitchFamily="18" charset="0"/>
              </a:rPr>
              <a:t>Random Forest. 2021. </a:t>
            </a:r>
            <a:r>
              <a:rPr lang="en-US" sz="2400" dirty="0">
                <a:solidFill>
                  <a:srgbClr val="333333"/>
                </a:solidFill>
                <a:effectLst/>
                <a:latin typeface="Arial" panose="020B0604020202020204" pitchFamily="34" charset="0"/>
                <a:ea typeface="Calibri" panose="020F0502020204030204" pitchFamily="34" charset="0"/>
                <a:cs typeface="Times New Roman" panose="02020603050405020304" pitchFamily="18" charset="0"/>
              </a:rPr>
              <a:t>Biodiversity and Climate Change Virtual Laboratory</a:t>
            </a:r>
            <a:r>
              <a:rPr lang="en-US" sz="2400" dirty="0">
                <a:effectLst/>
                <a:latin typeface="Arial" panose="020B0604020202020204" pitchFamily="34" charset="0"/>
                <a:ea typeface="Calibri" panose="020F0502020204030204" pitchFamily="34" charset="0"/>
                <a:cs typeface="Times New Roman" panose="02020603050405020304" pitchFamily="18" charset="0"/>
              </a:rPr>
              <a:t>. Available from: </a:t>
            </a:r>
            <a:r>
              <a:rPr lang="en-US" sz="2400" u="sng" dirty="0">
                <a:solidFill>
                  <a:srgbClr val="0563C1"/>
                </a:solidFill>
                <a:effectLst/>
                <a:latin typeface="Arial" panose="020B0604020202020204" pitchFamily="34" charset="0"/>
                <a:ea typeface="Calibri" panose="020F0502020204030204" pitchFamily="34" charset="0"/>
                <a:cs typeface="Times New Roman" panose="02020603050405020304" pitchFamily="18" charset="0"/>
                <a:hlinkClick r:id="rId3"/>
              </a:rPr>
              <a:t>https://support.bccvl.org.au/support/solutions/articles/6000083217-random-forest</a:t>
            </a:r>
            <a:r>
              <a:rPr lang="en-US" sz="2400" dirty="0">
                <a:effectLst/>
                <a:latin typeface="Arial" panose="020B0604020202020204" pitchFamily="34" charset="0"/>
                <a:ea typeface="Calibri" panose="020F0502020204030204" pitchFamily="34" charset="0"/>
                <a:cs typeface="Times New Roman" panose="02020603050405020304" pitchFamily="18" charset="0"/>
              </a:rPr>
              <a:t>. </a:t>
            </a:r>
            <a:r>
              <a:rPr lang="en-US" sz="3200" dirty="0">
                <a:effectLst/>
                <a:latin typeface="Arial" panose="020B0604020202020204" pitchFamily="34" charset="0"/>
                <a:ea typeface="Calibri" panose="020F0502020204030204" pitchFamily="34" charset="0"/>
                <a:cs typeface="Times New Roman" panose="02020603050405020304" pitchFamily="18" charset="0"/>
              </a:rPr>
              <a:t>Right: D. </a:t>
            </a:r>
            <a:r>
              <a:rPr lang="en-US" sz="3200" dirty="0" err="1">
                <a:effectLst/>
                <a:latin typeface="Arial" panose="020B0604020202020204" pitchFamily="34" charset="0"/>
                <a:ea typeface="Calibri" panose="020F0502020204030204" pitchFamily="34" charset="0"/>
                <a:cs typeface="Times New Roman" panose="02020603050405020304" pitchFamily="18" charset="0"/>
              </a:rPr>
              <a:t>Zurell</a:t>
            </a:r>
            <a:r>
              <a:rPr lang="en-US" sz="3200" dirty="0">
                <a:effectLst/>
                <a:latin typeface="Arial" panose="020B0604020202020204" pitchFamily="34" charset="0"/>
                <a:ea typeface="Calibri" panose="020F0502020204030204" pitchFamily="34" charset="0"/>
                <a:cs typeface="Times New Roman" panose="02020603050405020304" pitchFamily="18" charset="0"/>
              </a:rPr>
              <a:t>. 2022. SDM algorithms. Available from: </a:t>
            </a:r>
            <a:r>
              <a:rPr lang="en-US" sz="3200" u="sng" dirty="0">
                <a:solidFill>
                  <a:srgbClr val="0563C1"/>
                </a:solidFill>
                <a:effectLst/>
                <a:latin typeface="Arial" panose="020B0604020202020204" pitchFamily="34" charset="0"/>
                <a:ea typeface="Calibri" panose="020F0502020204030204" pitchFamily="34" charset="0"/>
                <a:cs typeface="Times New Roman" panose="02020603050405020304" pitchFamily="18" charset="0"/>
                <a:hlinkClick r:id="rId4"/>
              </a:rPr>
              <a:t>https://damariszurell.github.io/EEC-MGC/b6_SDM_algorithms.html</a:t>
            </a:r>
            <a:r>
              <a:rPr lang="en-US" sz="3200" dirty="0">
                <a:effectLst/>
                <a:latin typeface="Arial" panose="020B0604020202020204" pitchFamily="34" charset="0"/>
                <a:ea typeface="Calibri" panose="020F0502020204030204" pitchFamily="34" charset="0"/>
                <a:cs typeface="Times New Roman" panose="02020603050405020304" pitchFamily="18" charset="0"/>
              </a:rPr>
              <a:t> [CC BY 4.0]. </a:t>
            </a:r>
            <a:endParaRPr lang="en-US" sz="3200" dirty="0">
              <a:effectLst/>
              <a:latin typeface="Calibri" panose="020F0502020204030204" pitchFamily="34" charset="0"/>
              <a:ea typeface="Calibri" panose="020F0502020204030204" pitchFamily="34" charset="0"/>
              <a:cs typeface="Times New Roman" panose="02020603050405020304" pitchFamily="18" charset="0"/>
            </a:endParaRPr>
          </a:p>
          <a:p>
            <a:pPr marL="0" lvl="0" indent="0" algn="l" rtl="0">
              <a:lnSpc>
                <a:spcPct val="117999"/>
              </a:lnSpc>
              <a:spcBef>
                <a:spcPts val="0"/>
              </a:spcBef>
              <a:spcAft>
                <a:spcPts val="0"/>
              </a:spcAft>
              <a:buSzPts val="1400"/>
              <a:buNone/>
            </a:pPr>
            <a:endParaRPr lang="en-US" dirty="0"/>
          </a:p>
          <a:p>
            <a:pPr marL="0" lvl="0" indent="0" algn="l" rtl="0">
              <a:lnSpc>
                <a:spcPct val="117999"/>
              </a:lnSpc>
              <a:spcBef>
                <a:spcPts val="0"/>
              </a:spcBef>
              <a:spcAft>
                <a:spcPts val="0"/>
              </a:spcAft>
              <a:buSzPts val="1400"/>
              <a:buNone/>
            </a:pPr>
            <a:endParaRPr lang="en-US" dirty="0"/>
          </a:p>
          <a:p>
            <a:pPr marL="0" lvl="0" indent="0" algn="l" rtl="0">
              <a:lnSpc>
                <a:spcPct val="117999"/>
              </a:lnSpc>
              <a:spcBef>
                <a:spcPts val="0"/>
              </a:spcBef>
              <a:spcAft>
                <a:spcPts val="0"/>
              </a:spcAft>
              <a:buSzPts val="1400"/>
              <a:buNone/>
            </a:pPr>
            <a:endParaRPr dirty="0"/>
          </a:p>
        </p:txBody>
      </p:sp>
      <p:sp>
        <p:nvSpPr>
          <p:cNvPr id="275" name="Google Shape;275;p2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4"/>
        <p:cNvGrpSpPr/>
        <p:nvPr/>
      </p:nvGrpSpPr>
      <p:grpSpPr>
        <a:xfrm>
          <a:off x="0" y="0"/>
          <a:ext cx="0" cy="0"/>
          <a:chOff x="0" y="0"/>
          <a:chExt cx="0" cy="0"/>
        </a:xfrm>
      </p:grpSpPr>
      <p:sp>
        <p:nvSpPr>
          <p:cNvPr id="285" name="Google Shape;285;p22: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17999"/>
              </a:lnSpc>
              <a:spcBef>
                <a:spcPts val="0"/>
              </a:spcBef>
              <a:spcAft>
                <a:spcPts val="0"/>
              </a:spcAft>
              <a:buSzPts val="1400"/>
              <a:buNone/>
            </a:pPr>
            <a:endParaRPr dirty="0"/>
          </a:p>
        </p:txBody>
      </p:sp>
      <p:sp>
        <p:nvSpPr>
          <p:cNvPr id="286" name="Google Shape;286;p2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0"/>
        <p:cNvGrpSpPr/>
        <p:nvPr/>
      </p:nvGrpSpPr>
      <p:grpSpPr>
        <a:xfrm>
          <a:off x="0" y="0"/>
          <a:ext cx="0" cy="0"/>
          <a:chOff x="0" y="0"/>
          <a:chExt cx="0" cy="0"/>
        </a:xfrm>
      </p:grpSpPr>
      <p:sp>
        <p:nvSpPr>
          <p:cNvPr id="291" name="Google Shape;291;p2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228600" algn="l" defTabSz="914400" rtl="0" eaLnBrk="1" fontAlgn="auto" latinLnBrk="0" hangingPunct="1">
              <a:lnSpc>
                <a:spcPct val="117999"/>
              </a:lnSpc>
              <a:spcBef>
                <a:spcPts val="0"/>
              </a:spcBef>
              <a:spcAft>
                <a:spcPts val="0"/>
              </a:spcAft>
              <a:buClr>
                <a:srgbClr val="000000"/>
              </a:buClr>
              <a:buSzPts val="1400"/>
              <a:buFont typeface="Arial"/>
              <a:buNone/>
              <a:tabLst/>
              <a:defRPr/>
            </a:pPr>
            <a:r>
              <a:rPr lang="en-US" sz="2800" dirty="0">
                <a:effectLst/>
                <a:latin typeface="Arial" panose="020B0604020202020204" pitchFamily="34" charset="0"/>
                <a:ea typeface="Calibri" panose="020F0502020204030204" pitchFamily="34" charset="0"/>
                <a:cs typeface="Times New Roman" panose="02020603050405020304" pitchFamily="18" charset="0"/>
              </a:rPr>
              <a:t>Image credit: Left: </a:t>
            </a:r>
            <a:r>
              <a:rPr lang="en-US" sz="2000" dirty="0">
                <a:effectLst/>
                <a:latin typeface="Arial" panose="020B0604020202020204" pitchFamily="34" charset="0"/>
                <a:ea typeface="Calibri" panose="020F0502020204030204" pitchFamily="34" charset="0"/>
                <a:cs typeface="Times New Roman" panose="02020603050405020304" pitchFamily="18" charset="0"/>
              </a:rPr>
              <a:t>Maxent. 2021. </a:t>
            </a:r>
            <a:r>
              <a:rPr lang="en-US" sz="2000" dirty="0">
                <a:solidFill>
                  <a:srgbClr val="333333"/>
                </a:solidFill>
                <a:effectLst/>
                <a:latin typeface="Arial" panose="020B0604020202020204" pitchFamily="34" charset="0"/>
                <a:ea typeface="Calibri" panose="020F0502020204030204" pitchFamily="34" charset="0"/>
                <a:cs typeface="Times New Roman" panose="02020603050405020304" pitchFamily="18" charset="0"/>
              </a:rPr>
              <a:t>Biodiversity and Climate Change Virtual Laboratory</a:t>
            </a:r>
            <a:r>
              <a:rPr lang="en-US" sz="2000" dirty="0">
                <a:effectLst/>
                <a:latin typeface="Arial" panose="020B0604020202020204" pitchFamily="34" charset="0"/>
                <a:ea typeface="Calibri" panose="020F0502020204030204" pitchFamily="34" charset="0"/>
                <a:cs typeface="Times New Roman" panose="02020603050405020304" pitchFamily="18" charset="0"/>
              </a:rPr>
              <a:t>. Available from: </a:t>
            </a:r>
            <a:r>
              <a:rPr lang="en-US" sz="2000" b="0" i="0" u="none" strike="noStrike" cap="none" dirty="0">
                <a:solidFill>
                  <a:srgbClr val="FFFFFF"/>
                </a:solidFill>
                <a:latin typeface="Helvetica Neue"/>
                <a:ea typeface="Helvetica Neue"/>
                <a:cs typeface="Helvetica Neue"/>
                <a:sym typeface="Helvetica Neue"/>
              </a:rPr>
              <a:t>https://</a:t>
            </a:r>
            <a:r>
              <a:rPr lang="en-US" sz="2000" b="0" i="0" u="none" strike="noStrike" cap="none" dirty="0" err="1">
                <a:solidFill>
                  <a:srgbClr val="FFFFFF"/>
                </a:solidFill>
                <a:latin typeface="Helvetica Neue"/>
                <a:ea typeface="Helvetica Neue"/>
                <a:cs typeface="Helvetica Neue"/>
                <a:sym typeface="Helvetica Neue"/>
              </a:rPr>
              <a:t>support.bccvl.org.au</a:t>
            </a:r>
            <a:r>
              <a:rPr lang="en-US" sz="2000" b="0" i="0" u="none" strike="noStrike" cap="none" dirty="0">
                <a:solidFill>
                  <a:srgbClr val="FFFFFF"/>
                </a:solidFill>
                <a:latin typeface="Helvetica Neue"/>
                <a:ea typeface="Helvetica Neue"/>
                <a:cs typeface="Helvetica Neue"/>
                <a:sym typeface="Helvetica Neue"/>
              </a:rPr>
              <a:t>/support/solutions/articles/6000083216-maxent</a:t>
            </a:r>
            <a:r>
              <a:rPr lang="en-US" sz="2000" dirty="0">
                <a:effectLst/>
                <a:latin typeface="Arial" panose="020B0604020202020204" pitchFamily="34" charset="0"/>
                <a:ea typeface="Calibri" panose="020F0502020204030204" pitchFamily="34" charset="0"/>
                <a:cs typeface="Times New Roman" panose="02020603050405020304" pitchFamily="18" charset="0"/>
              </a:rPr>
              <a:t>. </a:t>
            </a:r>
            <a:r>
              <a:rPr lang="en-US" sz="2800" dirty="0">
                <a:effectLst/>
                <a:latin typeface="Arial" panose="020B0604020202020204" pitchFamily="34" charset="0"/>
                <a:ea typeface="Calibri" panose="020F0502020204030204" pitchFamily="34" charset="0"/>
                <a:cs typeface="Times New Roman" panose="02020603050405020304" pitchFamily="18" charset="0"/>
              </a:rPr>
              <a:t>Right: D. </a:t>
            </a:r>
            <a:r>
              <a:rPr lang="en-US" sz="2800" dirty="0" err="1">
                <a:effectLst/>
                <a:latin typeface="Arial" panose="020B0604020202020204" pitchFamily="34" charset="0"/>
                <a:ea typeface="Calibri" panose="020F0502020204030204" pitchFamily="34" charset="0"/>
                <a:cs typeface="Times New Roman" panose="02020603050405020304" pitchFamily="18" charset="0"/>
              </a:rPr>
              <a:t>Zurell</a:t>
            </a:r>
            <a:r>
              <a:rPr lang="en-US" sz="2800" dirty="0">
                <a:effectLst/>
                <a:latin typeface="Arial" panose="020B0604020202020204" pitchFamily="34" charset="0"/>
                <a:ea typeface="Calibri" panose="020F0502020204030204" pitchFamily="34" charset="0"/>
                <a:cs typeface="Times New Roman" panose="02020603050405020304" pitchFamily="18" charset="0"/>
              </a:rPr>
              <a:t>. 2022. SDM algorithms. Available from: </a:t>
            </a:r>
            <a:r>
              <a:rPr lang="en-US" sz="2800" u="sng" dirty="0">
                <a:solidFill>
                  <a:srgbClr val="0563C1"/>
                </a:solidFill>
                <a:effectLst/>
                <a:latin typeface="Arial" panose="020B0604020202020204" pitchFamily="34" charset="0"/>
                <a:ea typeface="Calibri" panose="020F0502020204030204" pitchFamily="34" charset="0"/>
                <a:cs typeface="Times New Roman" panose="02020603050405020304" pitchFamily="18" charset="0"/>
                <a:hlinkClick r:id="rId3"/>
              </a:rPr>
              <a:t>https://damariszurell.github.io/EEC-MGC/b6_SDM_algorithms.html</a:t>
            </a:r>
            <a:r>
              <a:rPr lang="en-US" sz="2800" dirty="0">
                <a:effectLst/>
                <a:latin typeface="Arial" panose="020B0604020202020204" pitchFamily="34" charset="0"/>
                <a:ea typeface="Calibri" panose="020F0502020204030204" pitchFamily="34" charset="0"/>
                <a:cs typeface="Times New Roman" panose="02020603050405020304" pitchFamily="18" charset="0"/>
              </a:rPr>
              <a:t> [CC BY 4.0]. </a:t>
            </a:r>
            <a:endParaRPr lang="en-US" sz="2800" dirty="0">
              <a:effectLst/>
              <a:latin typeface="Calibri" panose="020F0502020204030204" pitchFamily="34" charset="0"/>
              <a:ea typeface="Calibri" panose="020F0502020204030204" pitchFamily="34" charset="0"/>
              <a:cs typeface="Times New Roman" panose="02020603050405020304" pitchFamily="18" charset="0"/>
            </a:endParaRPr>
          </a:p>
          <a:p>
            <a:pPr marL="0" lvl="0" indent="0" algn="l" rtl="0">
              <a:lnSpc>
                <a:spcPct val="117999"/>
              </a:lnSpc>
              <a:spcBef>
                <a:spcPts val="0"/>
              </a:spcBef>
              <a:spcAft>
                <a:spcPts val="0"/>
              </a:spcAft>
              <a:buSzPts val="1400"/>
              <a:buNone/>
            </a:pPr>
            <a:endParaRPr lang="en-US" dirty="0"/>
          </a:p>
          <a:p>
            <a:pPr marL="0" lvl="0" indent="0" algn="l" rtl="0">
              <a:lnSpc>
                <a:spcPct val="117999"/>
              </a:lnSpc>
              <a:spcBef>
                <a:spcPts val="0"/>
              </a:spcBef>
              <a:spcAft>
                <a:spcPts val="0"/>
              </a:spcAft>
              <a:buSzPts val="1400"/>
              <a:buNone/>
            </a:pPr>
            <a:endParaRPr lang="en-US" dirty="0"/>
          </a:p>
          <a:p>
            <a:pPr marL="0" lvl="0" indent="0" algn="l" rtl="0">
              <a:lnSpc>
                <a:spcPct val="117999"/>
              </a:lnSpc>
              <a:spcBef>
                <a:spcPts val="0"/>
              </a:spcBef>
              <a:spcAft>
                <a:spcPts val="0"/>
              </a:spcAft>
              <a:buSzPts val="1400"/>
              <a:buNone/>
            </a:pPr>
            <a:endParaRPr lang="en-US" dirty="0"/>
          </a:p>
          <a:p>
            <a:pPr marL="0" lvl="0" indent="0" algn="l" rtl="0">
              <a:lnSpc>
                <a:spcPct val="117999"/>
              </a:lnSpc>
              <a:spcBef>
                <a:spcPts val="0"/>
              </a:spcBef>
              <a:spcAft>
                <a:spcPts val="0"/>
              </a:spcAft>
              <a:buSzPts val="1400"/>
              <a:buNone/>
            </a:pPr>
            <a:endParaRPr dirty="0"/>
          </a:p>
        </p:txBody>
      </p:sp>
      <p:sp>
        <p:nvSpPr>
          <p:cNvPr id="292" name="Google Shape;292;p2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1"/>
        <p:cNvGrpSpPr/>
        <p:nvPr/>
      </p:nvGrpSpPr>
      <p:grpSpPr>
        <a:xfrm>
          <a:off x="0" y="0"/>
          <a:ext cx="0" cy="0"/>
          <a:chOff x="0" y="0"/>
          <a:chExt cx="0" cy="0"/>
        </a:xfrm>
      </p:grpSpPr>
      <p:sp>
        <p:nvSpPr>
          <p:cNvPr id="302" name="Google Shape;302;p23: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17999"/>
              </a:lnSpc>
              <a:spcBef>
                <a:spcPts val="0"/>
              </a:spcBef>
              <a:spcAft>
                <a:spcPts val="0"/>
              </a:spcAft>
              <a:buSzPts val="1400"/>
              <a:buNone/>
            </a:pPr>
            <a:endParaRPr dirty="0"/>
          </a:p>
        </p:txBody>
      </p:sp>
      <p:sp>
        <p:nvSpPr>
          <p:cNvPr id="303" name="Google Shape;303;p2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8"/>
        <p:cNvGrpSpPr/>
        <p:nvPr/>
      </p:nvGrpSpPr>
      <p:grpSpPr>
        <a:xfrm>
          <a:off x="0" y="0"/>
          <a:ext cx="0" cy="0"/>
          <a:chOff x="0" y="0"/>
          <a:chExt cx="0" cy="0"/>
        </a:xfrm>
      </p:grpSpPr>
      <p:sp>
        <p:nvSpPr>
          <p:cNvPr id="309" name="Google Shape;309;p24: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17999"/>
              </a:lnSpc>
              <a:spcBef>
                <a:spcPts val="0"/>
              </a:spcBef>
              <a:spcAft>
                <a:spcPts val="0"/>
              </a:spcAft>
              <a:buSzPts val="1400"/>
              <a:buNone/>
            </a:pPr>
            <a:r>
              <a:rPr lang="en-US" dirty="0"/>
              <a:t>Image credits: A. Paz.</a:t>
            </a:r>
            <a:endParaRPr dirty="0"/>
          </a:p>
        </p:txBody>
      </p:sp>
      <p:sp>
        <p:nvSpPr>
          <p:cNvPr id="310" name="Google Shape;310;p2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2"/>
        <p:cNvGrpSpPr/>
        <p:nvPr/>
      </p:nvGrpSpPr>
      <p:grpSpPr>
        <a:xfrm>
          <a:off x="0" y="0"/>
          <a:ext cx="0" cy="0"/>
          <a:chOff x="0" y="0"/>
          <a:chExt cx="0" cy="0"/>
        </a:xfrm>
      </p:grpSpPr>
      <p:sp>
        <p:nvSpPr>
          <p:cNvPr id="323" name="Google Shape;323;p25: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17999"/>
              </a:lnSpc>
              <a:spcBef>
                <a:spcPts val="0"/>
              </a:spcBef>
              <a:spcAft>
                <a:spcPts val="0"/>
              </a:spcAft>
              <a:buSzPts val="1400"/>
              <a:buNone/>
            </a:pPr>
            <a:r>
              <a:rPr lang="en-US" dirty="0"/>
              <a:t>Image credit: Peterson et al. 2011</a:t>
            </a:r>
            <a:endParaRPr dirty="0"/>
          </a:p>
        </p:txBody>
      </p:sp>
      <p:sp>
        <p:nvSpPr>
          <p:cNvPr id="324" name="Google Shape;324;p2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0"/>
        <p:cNvGrpSpPr/>
        <p:nvPr/>
      </p:nvGrpSpPr>
      <p:grpSpPr>
        <a:xfrm>
          <a:off x="0" y="0"/>
          <a:ext cx="0" cy="0"/>
          <a:chOff x="0" y="0"/>
          <a:chExt cx="0" cy="0"/>
        </a:xfrm>
      </p:grpSpPr>
      <p:sp>
        <p:nvSpPr>
          <p:cNvPr id="331" name="Google Shape;331;p26: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17999"/>
              </a:lnSpc>
              <a:spcBef>
                <a:spcPts val="0"/>
              </a:spcBef>
              <a:spcAft>
                <a:spcPts val="0"/>
              </a:spcAft>
              <a:buSzPts val="1400"/>
              <a:buNone/>
            </a:pPr>
            <a:endParaRPr dirty="0"/>
          </a:p>
        </p:txBody>
      </p:sp>
      <p:sp>
        <p:nvSpPr>
          <p:cNvPr id="332" name="Google Shape;332;p2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7"/>
        <p:cNvGrpSpPr/>
        <p:nvPr/>
      </p:nvGrpSpPr>
      <p:grpSpPr>
        <a:xfrm>
          <a:off x="0" y="0"/>
          <a:ext cx="0" cy="0"/>
          <a:chOff x="0" y="0"/>
          <a:chExt cx="0" cy="0"/>
        </a:xfrm>
      </p:grpSpPr>
      <p:sp>
        <p:nvSpPr>
          <p:cNvPr id="338" name="Google Shape;338;p27: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400"/>
              <a:buFont typeface="Arial"/>
              <a:buNone/>
            </a:pPr>
            <a:r>
              <a:rPr lang="en-US" dirty="0">
                <a:solidFill>
                  <a:schemeClr val="dk1"/>
                </a:solidFill>
              </a:rPr>
              <a:t>Image credit: Modified by A. Paz </a:t>
            </a:r>
            <a:r>
              <a:rPr lang="en-US" sz="2400" b="0" i="0" u="none" strike="noStrike" cap="none" dirty="0">
                <a:solidFill>
                  <a:srgbClr val="000000"/>
                </a:solidFill>
                <a:latin typeface="Helvetica Neue"/>
                <a:ea typeface="Helvetica Neue"/>
                <a:cs typeface="Helvetica Neue"/>
                <a:sym typeface="Helvetica Neue"/>
              </a:rPr>
              <a:t>from course materials by Peterson, </a:t>
            </a:r>
            <a:r>
              <a:rPr lang="en-US" sz="2400" b="0" i="0" u="none" strike="noStrike" cap="none" dirty="0" err="1">
                <a:solidFill>
                  <a:srgbClr val="000000"/>
                </a:solidFill>
                <a:latin typeface="Helvetica Neue"/>
                <a:ea typeface="Helvetica Neue"/>
                <a:cs typeface="Helvetica Neue"/>
                <a:sym typeface="Helvetica Neue"/>
              </a:rPr>
              <a:t>Soberon</a:t>
            </a:r>
            <a:r>
              <a:rPr lang="en-US" sz="2400" b="0" i="0" u="none" strike="noStrike" cap="none" dirty="0">
                <a:solidFill>
                  <a:srgbClr val="000000"/>
                </a:solidFill>
                <a:latin typeface="Helvetica Neue"/>
                <a:ea typeface="Helvetica Neue"/>
                <a:cs typeface="Helvetica Neue"/>
                <a:sym typeface="Helvetica Neue"/>
              </a:rPr>
              <a:t> &amp; Martinez-Meyer, 2013.</a:t>
            </a:r>
          </a:p>
          <a:p>
            <a:pPr marL="0" lvl="0" indent="0" algn="l" rtl="0">
              <a:lnSpc>
                <a:spcPct val="117999"/>
              </a:lnSpc>
              <a:spcBef>
                <a:spcPts val="0"/>
              </a:spcBef>
              <a:spcAft>
                <a:spcPts val="0"/>
              </a:spcAft>
              <a:buSzPts val="1400"/>
              <a:buNone/>
            </a:pPr>
            <a:endParaRPr dirty="0"/>
          </a:p>
        </p:txBody>
      </p:sp>
      <p:sp>
        <p:nvSpPr>
          <p:cNvPr id="339" name="Google Shape;339;p27: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5"/>
        <p:cNvGrpSpPr/>
        <p:nvPr/>
      </p:nvGrpSpPr>
      <p:grpSpPr>
        <a:xfrm>
          <a:off x="0" y="0"/>
          <a:ext cx="0" cy="0"/>
          <a:chOff x="0" y="0"/>
          <a:chExt cx="0" cy="0"/>
        </a:xfrm>
      </p:grpSpPr>
      <p:sp>
        <p:nvSpPr>
          <p:cNvPr id="346" name="Google Shape;346;p28: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a:spcBef>
                <a:spcPts val="0"/>
              </a:spcBef>
              <a:spcAft>
                <a:spcPts val="0"/>
              </a:spcAft>
            </a:pPr>
            <a:r>
              <a:rPr lang="en-US" sz="1800" dirty="0">
                <a:effectLst/>
                <a:latin typeface="Arial" panose="020B0604020202020204" pitchFamily="34" charset="0"/>
                <a:ea typeface="Calibri" panose="020F0502020204030204" pitchFamily="34" charset="0"/>
                <a:cs typeface="Times New Roman" panose="02020603050405020304" pitchFamily="18" charset="0"/>
              </a:rPr>
              <a:t>Image credit: Modified by A. Paz from course materials by Peterson, </a:t>
            </a:r>
            <a:r>
              <a:rPr lang="en-US" sz="1800" dirty="0" err="1">
                <a:effectLst/>
                <a:latin typeface="Arial" panose="020B0604020202020204" pitchFamily="34" charset="0"/>
                <a:ea typeface="Calibri" panose="020F0502020204030204" pitchFamily="34" charset="0"/>
                <a:cs typeface="Times New Roman" panose="02020603050405020304" pitchFamily="18" charset="0"/>
              </a:rPr>
              <a:t>Soberon</a:t>
            </a:r>
            <a:r>
              <a:rPr lang="en-US" sz="1800" dirty="0">
                <a:effectLst/>
                <a:latin typeface="Arial" panose="020B0604020202020204" pitchFamily="34" charset="0"/>
                <a:ea typeface="Calibri" panose="020F0502020204030204" pitchFamily="34" charset="0"/>
                <a:cs typeface="Times New Roman" panose="02020603050405020304" pitchFamily="18" charset="0"/>
              </a:rPr>
              <a:t> &amp; Martinez-Meyer, 2013.</a:t>
            </a: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a:p>
            <a:pPr marL="0" lvl="0" indent="0" algn="l" rtl="0">
              <a:lnSpc>
                <a:spcPct val="117999"/>
              </a:lnSpc>
              <a:spcBef>
                <a:spcPts val="0"/>
              </a:spcBef>
              <a:spcAft>
                <a:spcPts val="0"/>
              </a:spcAft>
              <a:buSzPts val="1400"/>
              <a:buNone/>
            </a:pPr>
            <a:endParaRPr dirty="0"/>
          </a:p>
        </p:txBody>
      </p:sp>
      <p:sp>
        <p:nvSpPr>
          <p:cNvPr id="347" name="Google Shape;347;p2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3"/>
        <p:cNvGrpSpPr/>
        <p:nvPr/>
      </p:nvGrpSpPr>
      <p:grpSpPr>
        <a:xfrm>
          <a:off x="0" y="0"/>
          <a:ext cx="0" cy="0"/>
          <a:chOff x="0" y="0"/>
          <a:chExt cx="0" cy="0"/>
        </a:xfrm>
      </p:grpSpPr>
      <p:sp>
        <p:nvSpPr>
          <p:cNvPr id="354" name="Google Shape;354;p29: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defTabSz="914400" rtl="0" eaLnBrk="1" fontAlgn="auto" latinLnBrk="0" hangingPunct="1">
              <a:lnSpc>
                <a:spcPct val="117999"/>
              </a:lnSpc>
              <a:spcBef>
                <a:spcPts val="0"/>
              </a:spcBef>
              <a:spcAft>
                <a:spcPts val="0"/>
              </a:spcAft>
              <a:buClr>
                <a:srgbClr val="000000"/>
              </a:buClr>
              <a:buSzPts val="1400"/>
              <a:buFont typeface="Arial"/>
              <a:buNone/>
              <a:tabLst/>
              <a:defRPr/>
            </a:pPr>
            <a:r>
              <a:rPr lang="en-US" sz="1800" dirty="0">
                <a:effectLst/>
                <a:latin typeface="Arial" panose="020B0604020202020204" pitchFamily="34" charset="0"/>
                <a:ea typeface="Calibri" panose="020F0502020204030204" pitchFamily="34" charset="0"/>
                <a:cs typeface="Times New Roman" panose="02020603050405020304" pitchFamily="18" charset="0"/>
              </a:rPr>
              <a:t>Image credit: Modified by A. Paz from course materials by Peterson, </a:t>
            </a:r>
            <a:r>
              <a:rPr lang="en-US" sz="1800" dirty="0" err="1">
                <a:effectLst/>
                <a:latin typeface="Arial" panose="020B0604020202020204" pitchFamily="34" charset="0"/>
                <a:ea typeface="Calibri" panose="020F0502020204030204" pitchFamily="34" charset="0"/>
                <a:cs typeface="Times New Roman" panose="02020603050405020304" pitchFamily="18" charset="0"/>
              </a:rPr>
              <a:t>Soberon</a:t>
            </a:r>
            <a:r>
              <a:rPr lang="en-US" sz="1800" dirty="0">
                <a:effectLst/>
                <a:latin typeface="Arial" panose="020B0604020202020204" pitchFamily="34" charset="0"/>
                <a:ea typeface="Calibri" panose="020F0502020204030204" pitchFamily="34" charset="0"/>
                <a:cs typeface="Times New Roman" panose="02020603050405020304" pitchFamily="18" charset="0"/>
              </a:rPr>
              <a:t> &amp; Martinez-Meyer. 2013.</a:t>
            </a: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a:p>
            <a:pPr marL="0" lvl="0" indent="0" algn="l" rtl="0">
              <a:lnSpc>
                <a:spcPct val="117999"/>
              </a:lnSpc>
              <a:spcBef>
                <a:spcPts val="0"/>
              </a:spcBef>
              <a:spcAft>
                <a:spcPts val="0"/>
              </a:spcAft>
              <a:buSzPts val="1400"/>
              <a:buNone/>
            </a:pPr>
            <a:endParaRPr dirty="0"/>
          </a:p>
        </p:txBody>
      </p:sp>
      <p:sp>
        <p:nvSpPr>
          <p:cNvPr id="355" name="Google Shape;355;p2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1"/>
        <p:cNvGrpSpPr/>
        <p:nvPr/>
      </p:nvGrpSpPr>
      <p:grpSpPr>
        <a:xfrm>
          <a:off x="0" y="0"/>
          <a:ext cx="0" cy="0"/>
          <a:chOff x="0" y="0"/>
          <a:chExt cx="0" cy="0"/>
        </a:xfrm>
      </p:grpSpPr>
      <p:sp>
        <p:nvSpPr>
          <p:cNvPr id="362" name="Google Shape;362;p30: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a:spcBef>
                <a:spcPts val="0"/>
              </a:spcBef>
              <a:spcAft>
                <a:spcPts val="0"/>
              </a:spcAft>
            </a:pPr>
            <a:r>
              <a:rPr lang="en-US" sz="1800" dirty="0">
                <a:effectLst/>
                <a:latin typeface="Arial" panose="020B0604020202020204" pitchFamily="34" charset="0"/>
                <a:ea typeface="Calibri" panose="020F0502020204030204" pitchFamily="34" charset="0"/>
                <a:cs typeface="Times New Roman" panose="02020603050405020304" pitchFamily="18" charset="0"/>
              </a:rPr>
              <a:t>Image credit: Adapted from M.E. Aiello-</a:t>
            </a:r>
            <a:r>
              <a:rPr lang="en-US" sz="1800" dirty="0" err="1">
                <a:effectLst/>
                <a:latin typeface="Arial" panose="020B0604020202020204" pitchFamily="34" charset="0"/>
                <a:ea typeface="Calibri" panose="020F0502020204030204" pitchFamily="34" charset="0"/>
                <a:cs typeface="Times New Roman" panose="02020603050405020304" pitchFamily="18" charset="0"/>
              </a:rPr>
              <a:t>Lammens</a:t>
            </a:r>
            <a:r>
              <a:rPr lang="en-US" sz="1800" dirty="0">
                <a:effectLst/>
                <a:latin typeface="Arial" panose="020B0604020202020204" pitchFamily="34" charset="0"/>
                <a:ea typeface="Calibri" panose="020F0502020204030204" pitchFamily="34" charset="0"/>
                <a:cs typeface="Times New Roman" panose="02020603050405020304" pitchFamily="18" charset="0"/>
              </a:rPr>
              <a:t>, R.A. </a:t>
            </a:r>
            <a:r>
              <a:rPr lang="en-US" sz="1800" dirty="0" err="1">
                <a:effectLst/>
                <a:latin typeface="Arial" panose="020B0604020202020204" pitchFamily="34" charset="0"/>
                <a:ea typeface="Calibri" panose="020F0502020204030204" pitchFamily="34" charset="0"/>
                <a:cs typeface="Times New Roman" panose="02020603050405020304" pitchFamily="18" charset="0"/>
              </a:rPr>
              <a:t>Boria</a:t>
            </a:r>
            <a:r>
              <a:rPr lang="en-US" sz="1800" dirty="0">
                <a:effectLst/>
                <a:latin typeface="Arial" panose="020B0604020202020204" pitchFamily="34" charset="0"/>
                <a:ea typeface="Calibri" panose="020F0502020204030204" pitchFamily="34" charset="0"/>
                <a:cs typeface="Times New Roman" panose="02020603050405020304" pitchFamily="18" charset="0"/>
              </a:rPr>
              <a:t>, A. Radosavljevic, B. Vilela, and R.P. Anderson. 2015. </a:t>
            </a:r>
            <a:r>
              <a:rPr lang="en-US" sz="1800" dirty="0" err="1">
                <a:effectLst/>
                <a:latin typeface="Arial" panose="020B0604020202020204" pitchFamily="34" charset="0"/>
                <a:ea typeface="Calibri" panose="020F0502020204030204" pitchFamily="34" charset="0"/>
                <a:cs typeface="Times New Roman" panose="02020603050405020304" pitchFamily="18" charset="0"/>
              </a:rPr>
              <a:t>spThin</a:t>
            </a:r>
            <a:r>
              <a:rPr lang="en-US" sz="1800" dirty="0">
                <a:effectLst/>
                <a:latin typeface="Arial" panose="020B0604020202020204" pitchFamily="34" charset="0"/>
                <a:ea typeface="Calibri" panose="020F0502020204030204" pitchFamily="34" charset="0"/>
                <a:cs typeface="Times New Roman" panose="02020603050405020304" pitchFamily="18" charset="0"/>
              </a:rPr>
              <a:t>: an R package for spatial thinning of species occurrence records for use in ecological niche models. </a:t>
            </a:r>
            <a:r>
              <a:rPr lang="en-US" sz="1800" dirty="0" err="1">
                <a:effectLst/>
                <a:latin typeface="Arial" panose="020B0604020202020204" pitchFamily="34" charset="0"/>
                <a:ea typeface="Calibri" panose="020F0502020204030204" pitchFamily="34" charset="0"/>
                <a:cs typeface="Times New Roman" panose="02020603050405020304" pitchFamily="18" charset="0"/>
              </a:rPr>
              <a:t>Ecography</a:t>
            </a:r>
            <a:r>
              <a:rPr lang="en-US" sz="1800" dirty="0">
                <a:effectLst/>
                <a:latin typeface="Arial" panose="020B0604020202020204" pitchFamily="34" charset="0"/>
                <a:ea typeface="Calibri" panose="020F0502020204030204" pitchFamily="34" charset="0"/>
                <a:cs typeface="Times New Roman" panose="02020603050405020304" pitchFamily="18" charset="0"/>
              </a:rPr>
              <a:t> 38:541-545. https://</a:t>
            </a:r>
            <a:r>
              <a:rPr lang="en-US" sz="1800" dirty="0" err="1">
                <a:effectLst/>
                <a:latin typeface="Arial" panose="020B0604020202020204" pitchFamily="34" charset="0"/>
                <a:ea typeface="Calibri" panose="020F0502020204030204" pitchFamily="34" charset="0"/>
                <a:cs typeface="Times New Roman" panose="02020603050405020304" pitchFamily="18" charset="0"/>
              </a:rPr>
              <a:t>doi.org</a:t>
            </a:r>
            <a:r>
              <a:rPr lang="en-US" sz="1800" dirty="0">
                <a:effectLst/>
                <a:latin typeface="Arial" panose="020B0604020202020204" pitchFamily="34" charset="0"/>
                <a:ea typeface="Calibri" panose="020F0502020204030204" pitchFamily="34" charset="0"/>
                <a:cs typeface="Times New Roman" panose="02020603050405020304" pitchFamily="18" charset="0"/>
              </a:rPr>
              <a:t>/10.1111/ecog.01132.</a:t>
            </a: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a:p>
            <a:pPr marL="0" lvl="0" indent="0" algn="l" rtl="0">
              <a:lnSpc>
                <a:spcPct val="117999"/>
              </a:lnSpc>
              <a:spcBef>
                <a:spcPts val="0"/>
              </a:spcBef>
              <a:spcAft>
                <a:spcPts val="0"/>
              </a:spcAft>
              <a:buSzPts val="1400"/>
              <a:buNone/>
            </a:pPr>
            <a:endParaRPr dirty="0">
              <a:solidFill>
                <a:schemeClr val="dk1"/>
              </a:solidFill>
            </a:endParaRPr>
          </a:p>
          <a:p>
            <a:pPr marL="0" lvl="0" indent="0" algn="l" rtl="0">
              <a:lnSpc>
                <a:spcPct val="117999"/>
              </a:lnSpc>
              <a:spcBef>
                <a:spcPts val="0"/>
              </a:spcBef>
              <a:spcAft>
                <a:spcPts val="0"/>
              </a:spcAft>
              <a:buSzPts val="1400"/>
              <a:buNone/>
            </a:pPr>
            <a:endParaRPr dirty="0"/>
          </a:p>
        </p:txBody>
      </p:sp>
      <p:sp>
        <p:nvSpPr>
          <p:cNvPr id="363" name="Google Shape;363;p3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8"/>
        <p:cNvGrpSpPr/>
        <p:nvPr/>
      </p:nvGrpSpPr>
      <p:grpSpPr>
        <a:xfrm>
          <a:off x="0" y="0"/>
          <a:ext cx="0" cy="0"/>
          <a:chOff x="0" y="0"/>
          <a:chExt cx="0" cy="0"/>
        </a:xfrm>
      </p:grpSpPr>
      <p:sp>
        <p:nvSpPr>
          <p:cNvPr id="369" name="Google Shape;369;p3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a:spcBef>
                <a:spcPts val="0"/>
              </a:spcBef>
              <a:spcAft>
                <a:spcPts val="0"/>
              </a:spcAft>
            </a:pPr>
            <a:r>
              <a:rPr lang="en-US" sz="1800" dirty="0">
                <a:effectLst/>
                <a:latin typeface="Arial" panose="020B0604020202020204" pitchFamily="34" charset="0"/>
                <a:ea typeface="Calibri" panose="020F0502020204030204" pitchFamily="34" charset="0"/>
                <a:cs typeface="Times New Roman" panose="02020603050405020304" pitchFamily="18" charset="0"/>
              </a:rPr>
              <a:t>Image credit: Adapted from S.J. Phillips, M. </a:t>
            </a:r>
            <a:r>
              <a:rPr lang="en-US" sz="1800" dirty="0" err="1">
                <a:effectLst/>
                <a:latin typeface="Arial" panose="020B0604020202020204" pitchFamily="34" charset="0"/>
                <a:ea typeface="Calibri" panose="020F0502020204030204" pitchFamily="34" charset="0"/>
                <a:cs typeface="Times New Roman" panose="02020603050405020304" pitchFamily="18" charset="0"/>
              </a:rPr>
              <a:t>Dudík</a:t>
            </a:r>
            <a:r>
              <a:rPr lang="en-US" sz="1800" dirty="0">
                <a:effectLst/>
                <a:latin typeface="Arial" panose="020B0604020202020204" pitchFamily="34" charset="0"/>
                <a:ea typeface="Calibri" panose="020F0502020204030204" pitchFamily="34" charset="0"/>
                <a:cs typeface="Times New Roman" panose="02020603050405020304" pitchFamily="18" charset="0"/>
              </a:rPr>
              <a:t>, J. </a:t>
            </a:r>
            <a:r>
              <a:rPr lang="en-US" sz="1800" dirty="0" err="1">
                <a:effectLst/>
                <a:latin typeface="Arial" panose="020B0604020202020204" pitchFamily="34" charset="0"/>
                <a:ea typeface="Calibri" panose="020F0502020204030204" pitchFamily="34" charset="0"/>
                <a:cs typeface="Times New Roman" panose="02020603050405020304" pitchFamily="18" charset="0"/>
              </a:rPr>
              <a:t>Elith</a:t>
            </a:r>
            <a:r>
              <a:rPr lang="en-US" sz="1800" dirty="0">
                <a:effectLst/>
                <a:latin typeface="Arial" panose="020B0604020202020204" pitchFamily="34" charset="0"/>
                <a:ea typeface="Calibri" panose="020F0502020204030204" pitchFamily="34" charset="0"/>
                <a:cs typeface="Times New Roman" panose="02020603050405020304" pitchFamily="18" charset="0"/>
              </a:rPr>
              <a:t>, C.H. Graham, A. Lehmann, J. </a:t>
            </a:r>
            <a:r>
              <a:rPr lang="en-US" sz="1800" dirty="0" err="1">
                <a:effectLst/>
                <a:latin typeface="Arial" panose="020B0604020202020204" pitchFamily="34" charset="0"/>
                <a:ea typeface="Calibri" panose="020F0502020204030204" pitchFamily="34" charset="0"/>
                <a:cs typeface="Times New Roman" panose="02020603050405020304" pitchFamily="18" charset="0"/>
              </a:rPr>
              <a:t>Leathwick</a:t>
            </a:r>
            <a:r>
              <a:rPr lang="en-US" sz="1800" dirty="0">
                <a:effectLst/>
                <a:latin typeface="Arial" panose="020B0604020202020204" pitchFamily="34" charset="0"/>
                <a:ea typeface="Calibri" panose="020F0502020204030204" pitchFamily="34" charset="0"/>
                <a:cs typeface="Times New Roman" panose="02020603050405020304" pitchFamily="18" charset="0"/>
              </a:rPr>
              <a:t>, and S. Ferrier. 2009. Sample selection bias and presence-only distribution models: implications for background and pseudo-absence data. Ecological Applications 19:181-197. </a:t>
            </a:r>
            <a:r>
              <a:rPr lang="en-US" sz="1800" u="sng" dirty="0">
                <a:solidFill>
                  <a:srgbClr val="0563C1"/>
                </a:solidFill>
                <a:effectLst/>
                <a:latin typeface="Arial" panose="020B0604020202020204" pitchFamily="34" charset="0"/>
                <a:ea typeface="Calibri" panose="020F0502020204030204" pitchFamily="34" charset="0"/>
                <a:cs typeface="Times New Roman" panose="02020603050405020304" pitchFamily="18" charset="0"/>
                <a:hlinkClick r:id="rId3"/>
              </a:rPr>
              <a:t>https://doi.org/10.1890/07-2153.1</a:t>
            </a:r>
            <a:r>
              <a:rPr lang="en-US" sz="1800" dirty="0">
                <a:effectLst/>
                <a:latin typeface="Arial" panose="020B0604020202020204" pitchFamily="34" charset="0"/>
                <a:ea typeface="Calibri" panose="020F0502020204030204" pitchFamily="34" charset="0"/>
                <a:cs typeface="Times New Roman" panose="02020603050405020304" pitchFamily="18" charset="0"/>
              </a:rPr>
              <a:t>.</a:t>
            </a:r>
          </a:p>
          <a:p>
            <a:pPr marL="0" marR="0">
              <a:spcBef>
                <a:spcPts val="0"/>
              </a:spcBef>
              <a:spcAft>
                <a:spcPts val="0"/>
              </a:spcAft>
            </a:pPr>
            <a:endParaRPr lang="en-US" sz="1800" dirty="0">
              <a:effectLst/>
              <a:latin typeface="Arial" panose="020B0604020202020204" pitchFamily="34" charset="0"/>
              <a:ea typeface="Calibri" panose="020F0502020204030204" pitchFamily="34" charset="0"/>
              <a:cs typeface="Times New Roman" panose="02020603050405020304" pitchFamily="18" charset="0"/>
            </a:endParaRPr>
          </a:p>
          <a:p>
            <a:pPr marL="0" marR="0">
              <a:spcBef>
                <a:spcPts val="0"/>
              </a:spcBef>
              <a:spcAft>
                <a:spcPts val="0"/>
              </a:spcAft>
            </a:pPr>
            <a:r>
              <a:rPr lang="en-US" sz="1800" dirty="0">
                <a:effectLst/>
                <a:latin typeface="Arial" panose="020B0604020202020204" pitchFamily="34" charset="0"/>
                <a:ea typeface="Calibri" panose="020F0502020204030204" pitchFamily="34" charset="0"/>
                <a:cs typeface="Times New Roman" panose="02020603050405020304" pitchFamily="18" charset="0"/>
              </a:rPr>
              <a:t>Image credit: Golden-crowned kinglet. Barbara </a:t>
            </a:r>
            <a:r>
              <a:rPr lang="en-US" sz="1800" dirty="0" err="1">
                <a:effectLst/>
                <a:latin typeface="Arial" panose="020B0604020202020204" pitchFamily="34" charset="0"/>
                <a:ea typeface="Calibri" panose="020F0502020204030204" pitchFamily="34" charset="0"/>
                <a:cs typeface="Times New Roman" panose="02020603050405020304" pitchFamily="18" charset="0"/>
              </a:rPr>
              <a:t>Schelkle</a:t>
            </a:r>
            <a:r>
              <a:rPr lang="en-US" sz="1800" dirty="0">
                <a:effectLst/>
                <a:latin typeface="Arial" panose="020B0604020202020204" pitchFamily="34" charset="0"/>
                <a:ea typeface="Calibri" panose="020F0502020204030204" pitchFamily="34" charset="0"/>
                <a:cs typeface="Times New Roman" panose="02020603050405020304" pitchFamily="18" charset="0"/>
              </a:rPr>
              <a:t>/ Wikimedia Commons [CC BY-SA 4.0}</a:t>
            </a:r>
            <a:endParaRPr dirty="0"/>
          </a:p>
        </p:txBody>
      </p:sp>
      <p:sp>
        <p:nvSpPr>
          <p:cNvPr id="370" name="Google Shape;370;p3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9"/>
        <p:cNvGrpSpPr/>
        <p:nvPr/>
      </p:nvGrpSpPr>
      <p:grpSpPr>
        <a:xfrm>
          <a:off x="0" y="0"/>
          <a:ext cx="0" cy="0"/>
          <a:chOff x="0" y="0"/>
          <a:chExt cx="0" cy="0"/>
        </a:xfrm>
      </p:grpSpPr>
      <p:sp>
        <p:nvSpPr>
          <p:cNvPr id="380" name="Google Shape;380;p32: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17999"/>
              </a:lnSpc>
              <a:spcBef>
                <a:spcPts val="0"/>
              </a:spcBef>
              <a:spcAft>
                <a:spcPts val="0"/>
              </a:spcAft>
              <a:buSzPts val="1400"/>
              <a:buNone/>
            </a:pPr>
            <a:r>
              <a:rPr lang="en-US" dirty="0"/>
              <a:t>Models created without and with target group background [target group being the sampling density for all birds in the province as shown in the upper right]. These models were built using Maxent.</a:t>
            </a:r>
            <a:endParaRPr dirty="0"/>
          </a:p>
          <a:p>
            <a:pPr marL="0" lvl="0" indent="0" algn="l" rtl="0">
              <a:lnSpc>
                <a:spcPct val="117999"/>
              </a:lnSpc>
              <a:spcBef>
                <a:spcPts val="0"/>
              </a:spcBef>
              <a:spcAft>
                <a:spcPts val="0"/>
              </a:spcAft>
              <a:buSzPts val="1400"/>
              <a:buNone/>
            </a:pPr>
            <a:endParaRPr dirty="0"/>
          </a:p>
          <a:p>
            <a:pPr marL="0" marR="0">
              <a:spcBef>
                <a:spcPts val="0"/>
              </a:spcBef>
              <a:spcAft>
                <a:spcPts val="0"/>
              </a:spcAft>
            </a:pPr>
            <a:r>
              <a:rPr lang="en-US" sz="1800" dirty="0">
                <a:effectLst/>
                <a:latin typeface="Arial" panose="020B0604020202020204" pitchFamily="34" charset="0"/>
                <a:ea typeface="Calibri" panose="020F0502020204030204" pitchFamily="34" charset="0"/>
                <a:cs typeface="Times New Roman" panose="02020603050405020304" pitchFamily="18" charset="0"/>
              </a:rPr>
              <a:t>Image credit: Adapted from S.J. Phillips, M. </a:t>
            </a:r>
            <a:r>
              <a:rPr lang="en-US" sz="1800" dirty="0" err="1">
                <a:effectLst/>
                <a:latin typeface="Arial" panose="020B0604020202020204" pitchFamily="34" charset="0"/>
                <a:ea typeface="Calibri" panose="020F0502020204030204" pitchFamily="34" charset="0"/>
                <a:cs typeface="Times New Roman" panose="02020603050405020304" pitchFamily="18" charset="0"/>
              </a:rPr>
              <a:t>Dudík</a:t>
            </a:r>
            <a:r>
              <a:rPr lang="en-US" sz="1800" dirty="0">
                <a:effectLst/>
                <a:latin typeface="Arial" panose="020B0604020202020204" pitchFamily="34" charset="0"/>
                <a:ea typeface="Calibri" panose="020F0502020204030204" pitchFamily="34" charset="0"/>
                <a:cs typeface="Times New Roman" panose="02020603050405020304" pitchFamily="18" charset="0"/>
              </a:rPr>
              <a:t>, J. </a:t>
            </a:r>
            <a:r>
              <a:rPr lang="en-US" sz="1800" dirty="0" err="1">
                <a:effectLst/>
                <a:latin typeface="Arial" panose="020B0604020202020204" pitchFamily="34" charset="0"/>
                <a:ea typeface="Calibri" panose="020F0502020204030204" pitchFamily="34" charset="0"/>
                <a:cs typeface="Times New Roman" panose="02020603050405020304" pitchFamily="18" charset="0"/>
              </a:rPr>
              <a:t>Elith</a:t>
            </a:r>
            <a:r>
              <a:rPr lang="en-US" sz="1800" dirty="0">
                <a:effectLst/>
                <a:latin typeface="Arial" panose="020B0604020202020204" pitchFamily="34" charset="0"/>
                <a:ea typeface="Calibri" panose="020F0502020204030204" pitchFamily="34" charset="0"/>
                <a:cs typeface="Times New Roman" panose="02020603050405020304" pitchFamily="18" charset="0"/>
              </a:rPr>
              <a:t>, C.H. Graham, A. Lehmann, J. </a:t>
            </a:r>
            <a:r>
              <a:rPr lang="en-US" sz="1800" dirty="0" err="1">
                <a:effectLst/>
                <a:latin typeface="Arial" panose="020B0604020202020204" pitchFamily="34" charset="0"/>
                <a:ea typeface="Calibri" panose="020F0502020204030204" pitchFamily="34" charset="0"/>
                <a:cs typeface="Times New Roman" panose="02020603050405020304" pitchFamily="18" charset="0"/>
              </a:rPr>
              <a:t>Leathwick</a:t>
            </a:r>
            <a:r>
              <a:rPr lang="en-US" sz="1800" dirty="0">
                <a:effectLst/>
                <a:latin typeface="Arial" panose="020B0604020202020204" pitchFamily="34" charset="0"/>
                <a:ea typeface="Calibri" panose="020F0502020204030204" pitchFamily="34" charset="0"/>
                <a:cs typeface="Times New Roman" panose="02020603050405020304" pitchFamily="18" charset="0"/>
              </a:rPr>
              <a:t>, and S. Ferrier. 2009. Sample selection bias and presence-only distribution models: implications for background and pseudo-absence data. Ecological Applications 19:181-197. </a:t>
            </a:r>
            <a:r>
              <a:rPr lang="en-US" sz="1800" u="sng" dirty="0">
                <a:solidFill>
                  <a:srgbClr val="0563C1"/>
                </a:solidFill>
                <a:effectLst/>
                <a:latin typeface="Arial" panose="020B0604020202020204" pitchFamily="34" charset="0"/>
                <a:ea typeface="Calibri" panose="020F0502020204030204" pitchFamily="34" charset="0"/>
                <a:cs typeface="Times New Roman" panose="02020603050405020304" pitchFamily="18" charset="0"/>
                <a:hlinkClick r:id="rId3"/>
              </a:rPr>
              <a:t>https://doi.org/10.1890/07-2153.1</a:t>
            </a:r>
            <a:r>
              <a:rPr lang="en-US" sz="1800" dirty="0">
                <a:effectLst/>
                <a:latin typeface="Arial" panose="020B0604020202020204" pitchFamily="34" charset="0"/>
                <a:ea typeface="Calibri" panose="020F0502020204030204" pitchFamily="34" charset="0"/>
                <a:cs typeface="Times New Roman" panose="02020603050405020304" pitchFamily="18" charset="0"/>
              </a:rPr>
              <a:t>.</a:t>
            </a: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a:p>
            <a:pPr marL="0" lvl="0" indent="0" algn="l" rtl="0">
              <a:lnSpc>
                <a:spcPct val="117999"/>
              </a:lnSpc>
              <a:spcBef>
                <a:spcPts val="0"/>
              </a:spcBef>
              <a:spcAft>
                <a:spcPts val="0"/>
              </a:spcAft>
              <a:buSzPts val="1400"/>
              <a:buNone/>
            </a:pPr>
            <a:endParaRPr lang="en-US" dirty="0"/>
          </a:p>
          <a:p>
            <a:pPr marL="0" marR="0" lvl="0" indent="0" algn="l" defTabSz="914400" rtl="0" eaLnBrk="1" fontAlgn="auto" latinLnBrk="0" hangingPunct="1">
              <a:lnSpc>
                <a:spcPct val="117999"/>
              </a:lnSpc>
              <a:spcBef>
                <a:spcPts val="0"/>
              </a:spcBef>
              <a:spcAft>
                <a:spcPts val="0"/>
              </a:spcAft>
              <a:buClr>
                <a:srgbClr val="000000"/>
              </a:buClr>
              <a:buSzPts val="1400"/>
              <a:buFont typeface="Arial"/>
              <a:buNone/>
              <a:tabLst/>
              <a:defRPr/>
            </a:pPr>
            <a:r>
              <a:rPr lang="en-US" sz="2400" dirty="0">
                <a:effectLst/>
                <a:latin typeface="Arial" panose="020B0604020202020204" pitchFamily="34" charset="0"/>
                <a:ea typeface="Calibri" panose="020F0502020204030204" pitchFamily="34" charset="0"/>
                <a:cs typeface="Times New Roman" panose="02020603050405020304" pitchFamily="18" charset="0"/>
              </a:rPr>
              <a:t>Image credit: Golden-crowned kinglet. Barbara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Schelkle</a:t>
            </a:r>
            <a:r>
              <a:rPr lang="en-US" sz="2400" dirty="0">
                <a:effectLst/>
                <a:latin typeface="Arial" panose="020B0604020202020204" pitchFamily="34" charset="0"/>
                <a:ea typeface="Calibri" panose="020F0502020204030204" pitchFamily="34" charset="0"/>
                <a:cs typeface="Times New Roman" panose="02020603050405020304" pitchFamily="18" charset="0"/>
              </a:rPr>
              <a:t>/ Wikimedia Commons [CC BY-SA 4.0]</a:t>
            </a:r>
            <a:endParaRPr lang="en-US" dirty="0"/>
          </a:p>
          <a:p>
            <a:pPr marL="0" lvl="0" indent="0" algn="l" rtl="0">
              <a:lnSpc>
                <a:spcPct val="117999"/>
              </a:lnSpc>
              <a:spcBef>
                <a:spcPts val="0"/>
              </a:spcBef>
              <a:spcAft>
                <a:spcPts val="0"/>
              </a:spcAft>
              <a:buSzPts val="1400"/>
              <a:buNone/>
            </a:pPr>
            <a:endParaRPr dirty="0"/>
          </a:p>
        </p:txBody>
      </p:sp>
      <p:sp>
        <p:nvSpPr>
          <p:cNvPr id="381" name="Google Shape;381;p3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p33: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a:spcBef>
                <a:spcPts val="0"/>
              </a:spcBef>
              <a:spcAft>
                <a:spcPts val="0"/>
              </a:spcAft>
            </a:pPr>
            <a:r>
              <a:rPr lang="en-US" sz="2400" dirty="0">
                <a:effectLst/>
                <a:latin typeface="Arial" panose="020B0604020202020204" pitchFamily="34" charset="0"/>
                <a:ea typeface="Calibri" panose="020F0502020204030204" pitchFamily="34" charset="0"/>
                <a:cs typeface="Times New Roman" panose="02020603050405020304" pitchFamily="18" charset="0"/>
              </a:rPr>
              <a:t>Image credit: Adapted from S.J. Phillips, M.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Dudík</a:t>
            </a:r>
            <a:r>
              <a:rPr lang="en-US" sz="2400" dirty="0">
                <a:effectLst/>
                <a:latin typeface="Arial" panose="020B0604020202020204" pitchFamily="34" charset="0"/>
                <a:ea typeface="Calibri" panose="020F0502020204030204" pitchFamily="34" charset="0"/>
                <a:cs typeface="Times New Roman" panose="02020603050405020304" pitchFamily="18" charset="0"/>
              </a:rPr>
              <a:t>, J.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Elith</a:t>
            </a:r>
            <a:r>
              <a:rPr lang="en-US" sz="2400" dirty="0">
                <a:effectLst/>
                <a:latin typeface="Arial" panose="020B0604020202020204" pitchFamily="34" charset="0"/>
                <a:ea typeface="Calibri" panose="020F0502020204030204" pitchFamily="34" charset="0"/>
                <a:cs typeface="Times New Roman" panose="02020603050405020304" pitchFamily="18" charset="0"/>
              </a:rPr>
              <a:t>, C.H. Graham, A. Lehmann, J. </a:t>
            </a:r>
            <a:r>
              <a:rPr lang="en-US" sz="2400" dirty="0" err="1">
                <a:effectLst/>
                <a:latin typeface="Arial" panose="020B0604020202020204" pitchFamily="34" charset="0"/>
                <a:ea typeface="Calibri" panose="020F0502020204030204" pitchFamily="34" charset="0"/>
                <a:cs typeface="Times New Roman" panose="02020603050405020304" pitchFamily="18" charset="0"/>
              </a:rPr>
              <a:t>Leathwick</a:t>
            </a:r>
            <a:r>
              <a:rPr lang="en-US" sz="2400" dirty="0">
                <a:effectLst/>
                <a:latin typeface="Arial" panose="020B0604020202020204" pitchFamily="34" charset="0"/>
                <a:ea typeface="Calibri" panose="020F0502020204030204" pitchFamily="34" charset="0"/>
                <a:cs typeface="Times New Roman" panose="02020603050405020304" pitchFamily="18" charset="0"/>
              </a:rPr>
              <a:t>, and S. Ferrier. 2009. Sample selection bias and presence-only distribution models: implications for background and pseudo-absence data. Ecological Applications 19:181-197. </a:t>
            </a:r>
            <a:r>
              <a:rPr lang="en-US" sz="2400" u="sng" dirty="0">
                <a:solidFill>
                  <a:srgbClr val="0563C1"/>
                </a:solidFill>
                <a:effectLst/>
                <a:latin typeface="Arial" panose="020B0604020202020204" pitchFamily="34" charset="0"/>
                <a:ea typeface="Calibri" panose="020F0502020204030204" pitchFamily="34" charset="0"/>
                <a:cs typeface="Times New Roman" panose="02020603050405020304" pitchFamily="18" charset="0"/>
                <a:hlinkClick r:id="rId3"/>
              </a:rPr>
              <a:t>https://doi.org/10.1890/07-2153.1</a:t>
            </a:r>
            <a:r>
              <a:rPr lang="en-US" sz="2400" dirty="0">
                <a:effectLst/>
                <a:latin typeface="Arial" panose="020B0604020202020204" pitchFamily="34" charset="0"/>
                <a:ea typeface="Calibri" panose="020F0502020204030204" pitchFamily="34" charset="0"/>
                <a:cs typeface="Times New Roman" panose="02020603050405020304" pitchFamily="18" charset="0"/>
              </a:rPr>
              <a:t>.</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p>
            <a:pPr marL="0" lvl="0" indent="0" algn="l" rtl="0">
              <a:lnSpc>
                <a:spcPct val="117999"/>
              </a:lnSpc>
              <a:spcBef>
                <a:spcPts val="0"/>
              </a:spcBef>
              <a:spcAft>
                <a:spcPts val="0"/>
              </a:spcAft>
              <a:buSzPts val="1400"/>
              <a:buNone/>
            </a:pPr>
            <a:endParaRPr lang="en-US" dirty="0"/>
          </a:p>
          <a:p>
            <a:pPr marL="0" marR="0" lvl="0" indent="0" algn="l" defTabSz="914400" rtl="0" eaLnBrk="1" fontAlgn="auto" latinLnBrk="0" hangingPunct="1">
              <a:lnSpc>
                <a:spcPct val="117999"/>
              </a:lnSpc>
              <a:spcBef>
                <a:spcPts val="0"/>
              </a:spcBef>
              <a:spcAft>
                <a:spcPts val="0"/>
              </a:spcAft>
              <a:buClr>
                <a:srgbClr val="000000"/>
              </a:buClr>
              <a:buSzPts val="1400"/>
              <a:buFont typeface="Arial"/>
              <a:buNone/>
              <a:tabLst/>
              <a:defRPr/>
            </a:pPr>
            <a:r>
              <a:rPr lang="en-US" sz="3200" dirty="0">
                <a:effectLst/>
                <a:latin typeface="Arial" panose="020B0604020202020204" pitchFamily="34" charset="0"/>
                <a:ea typeface="Calibri" panose="020F0502020204030204" pitchFamily="34" charset="0"/>
                <a:cs typeface="Times New Roman" panose="02020603050405020304" pitchFamily="18" charset="0"/>
              </a:rPr>
              <a:t>Image credit: Golden-crowned kinglet. Barbara </a:t>
            </a:r>
            <a:r>
              <a:rPr lang="en-US" sz="3200" dirty="0" err="1">
                <a:effectLst/>
                <a:latin typeface="Arial" panose="020B0604020202020204" pitchFamily="34" charset="0"/>
                <a:ea typeface="Calibri" panose="020F0502020204030204" pitchFamily="34" charset="0"/>
                <a:cs typeface="Times New Roman" panose="02020603050405020304" pitchFamily="18" charset="0"/>
              </a:rPr>
              <a:t>Schelkle</a:t>
            </a:r>
            <a:r>
              <a:rPr lang="en-US" sz="3200" dirty="0">
                <a:effectLst/>
                <a:latin typeface="Arial" panose="020B0604020202020204" pitchFamily="34" charset="0"/>
                <a:ea typeface="Calibri" panose="020F0502020204030204" pitchFamily="34" charset="0"/>
                <a:cs typeface="Times New Roman" panose="02020603050405020304" pitchFamily="18" charset="0"/>
              </a:rPr>
              <a:t>/ Wikimedia Commons [CC BY-SA 4.0]</a:t>
            </a:r>
            <a:endParaRPr lang="en-US" dirty="0"/>
          </a:p>
          <a:p>
            <a:pPr marL="0" lvl="0" indent="0" algn="l" rtl="0">
              <a:lnSpc>
                <a:spcPct val="117999"/>
              </a:lnSpc>
              <a:spcBef>
                <a:spcPts val="0"/>
              </a:spcBef>
              <a:spcAft>
                <a:spcPts val="0"/>
              </a:spcAft>
              <a:buSzPts val="1400"/>
              <a:buNone/>
            </a:pPr>
            <a:endParaRPr dirty="0"/>
          </a:p>
        </p:txBody>
      </p:sp>
      <p:sp>
        <p:nvSpPr>
          <p:cNvPr id="394" name="Google Shape;394;p3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7"/>
        <p:cNvGrpSpPr/>
        <p:nvPr/>
      </p:nvGrpSpPr>
      <p:grpSpPr>
        <a:xfrm>
          <a:off x="0" y="0"/>
          <a:ext cx="0" cy="0"/>
          <a:chOff x="0" y="0"/>
          <a:chExt cx="0" cy="0"/>
        </a:xfrm>
      </p:grpSpPr>
      <p:sp>
        <p:nvSpPr>
          <p:cNvPr id="408" name="Google Shape;408;p34: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a:spcBef>
                <a:spcPts val="0"/>
              </a:spcBef>
              <a:spcAft>
                <a:spcPts val="0"/>
              </a:spcAft>
            </a:pPr>
            <a:r>
              <a:rPr lang="en-US" sz="1800" dirty="0">
                <a:effectLst/>
                <a:latin typeface="Arial" panose="020B0604020202020204" pitchFamily="34" charset="0"/>
                <a:ea typeface="Calibri" panose="020F0502020204030204" pitchFamily="34" charset="0"/>
                <a:cs typeface="Times New Roman" panose="02020603050405020304" pitchFamily="18" charset="0"/>
              </a:rPr>
              <a:t>Image credit: </a:t>
            </a:r>
            <a:r>
              <a:rPr lang="en-US" sz="1800" dirty="0" err="1">
                <a:effectLst/>
                <a:latin typeface="Arial" panose="020B0604020202020204" pitchFamily="34" charset="0"/>
                <a:ea typeface="Calibri" panose="020F0502020204030204" pitchFamily="34" charset="0"/>
                <a:cs typeface="Times New Roman" panose="02020603050405020304" pitchFamily="18" charset="0"/>
              </a:rPr>
              <a:t>Worldclim</a:t>
            </a:r>
            <a:r>
              <a:rPr lang="en-US" sz="1800" dirty="0">
                <a:effectLst/>
                <a:latin typeface="Arial" panose="020B0604020202020204" pitchFamily="34" charset="0"/>
                <a:ea typeface="Calibri" panose="020F0502020204030204" pitchFamily="34" charset="0"/>
                <a:cs typeface="Times New Roman" panose="02020603050405020304" pitchFamily="18" charset="0"/>
              </a:rPr>
              <a:t> – Global Climate Data. Available from: https://</a:t>
            </a:r>
            <a:r>
              <a:rPr lang="en-US" sz="1800" dirty="0" err="1">
                <a:effectLst/>
                <a:latin typeface="Arial" panose="020B0604020202020204" pitchFamily="34" charset="0"/>
                <a:ea typeface="Calibri" panose="020F0502020204030204" pitchFamily="34" charset="0"/>
                <a:cs typeface="Times New Roman" panose="02020603050405020304" pitchFamily="18" charset="0"/>
              </a:rPr>
              <a:t>www.worldclim.com</a:t>
            </a:r>
            <a:r>
              <a:rPr lang="en-US" sz="1800" dirty="0">
                <a:effectLst/>
                <a:latin typeface="Arial" panose="020B0604020202020204" pitchFamily="34" charset="0"/>
                <a:ea typeface="Calibri" panose="020F0502020204030204" pitchFamily="34" charset="0"/>
                <a:cs typeface="Times New Roman" panose="02020603050405020304" pitchFamily="18" charset="0"/>
              </a:rPr>
              <a:t>/methods1.</a:t>
            </a: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09" name="Google Shape;409;p3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9"/>
        <p:cNvGrpSpPr/>
        <p:nvPr/>
      </p:nvGrpSpPr>
      <p:grpSpPr>
        <a:xfrm>
          <a:off x="0" y="0"/>
          <a:ext cx="0" cy="0"/>
          <a:chOff x="0" y="0"/>
          <a:chExt cx="0" cy="0"/>
        </a:xfrm>
      </p:grpSpPr>
      <p:sp>
        <p:nvSpPr>
          <p:cNvPr id="420" name="Google Shape;420;p35: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17999"/>
              </a:lnSpc>
              <a:spcBef>
                <a:spcPts val="0"/>
              </a:spcBef>
              <a:spcAft>
                <a:spcPts val="0"/>
              </a:spcAft>
              <a:buSzPts val="1400"/>
              <a:buNone/>
            </a:pPr>
            <a:r>
              <a:rPr lang="en-US" dirty="0"/>
              <a:t>Using correlated variables for modelling might change present models slightly but more importantly will dramatically change future predictions. In this study areas in red are areas that were predicted by all variables. Areas in dark green by only one. So again some decisions matter most for some questions.</a:t>
            </a:r>
            <a:endParaRPr dirty="0"/>
          </a:p>
          <a:p>
            <a:pPr marL="0" lvl="0" indent="0" algn="l" rtl="0">
              <a:lnSpc>
                <a:spcPct val="117999"/>
              </a:lnSpc>
              <a:spcBef>
                <a:spcPts val="0"/>
              </a:spcBef>
              <a:spcAft>
                <a:spcPts val="0"/>
              </a:spcAft>
              <a:buSzPts val="1400"/>
              <a:buNone/>
            </a:pPr>
            <a:endParaRPr dirty="0"/>
          </a:p>
          <a:p>
            <a:pPr marL="0" lvl="0" indent="0" algn="l" rtl="0">
              <a:spcBef>
                <a:spcPts val="0"/>
              </a:spcBef>
              <a:spcAft>
                <a:spcPts val="0"/>
              </a:spcAft>
              <a:buClr>
                <a:schemeClr val="dk1"/>
              </a:buClr>
              <a:buSzPts val="1400"/>
              <a:buFont typeface="Arial"/>
              <a:buNone/>
            </a:pPr>
            <a:r>
              <a:rPr lang="en-US" dirty="0">
                <a:solidFill>
                  <a:schemeClr val="dk1"/>
                </a:solidFill>
              </a:rPr>
              <a:t>Image credit: A. Paz. </a:t>
            </a:r>
            <a:endParaRPr dirty="0">
              <a:solidFill>
                <a:schemeClr val="dk1"/>
              </a:solidFill>
            </a:endParaRPr>
          </a:p>
          <a:p>
            <a:pPr marL="0" lvl="0" indent="0" algn="l" rtl="0">
              <a:lnSpc>
                <a:spcPct val="117999"/>
              </a:lnSpc>
              <a:spcBef>
                <a:spcPts val="0"/>
              </a:spcBef>
              <a:spcAft>
                <a:spcPts val="0"/>
              </a:spcAft>
              <a:buSzPts val="1400"/>
              <a:buNone/>
            </a:pPr>
            <a:endParaRPr dirty="0"/>
          </a:p>
        </p:txBody>
      </p:sp>
      <p:sp>
        <p:nvSpPr>
          <p:cNvPr id="421" name="Google Shape;421;p3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0"/>
        <p:cNvGrpSpPr/>
        <p:nvPr/>
      </p:nvGrpSpPr>
      <p:grpSpPr>
        <a:xfrm>
          <a:off x="0" y="0"/>
          <a:ext cx="0" cy="0"/>
          <a:chOff x="0" y="0"/>
          <a:chExt cx="0" cy="0"/>
        </a:xfrm>
      </p:grpSpPr>
      <p:sp>
        <p:nvSpPr>
          <p:cNvPr id="431" name="Google Shape;431;p36: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a:spcBef>
                <a:spcPts val="0"/>
              </a:spcBef>
              <a:spcAft>
                <a:spcPts val="0"/>
              </a:spcAft>
            </a:pPr>
            <a:r>
              <a:rPr lang="en-US" sz="1800" dirty="0">
                <a:effectLst/>
                <a:latin typeface="Arial" panose="020B0604020202020204" pitchFamily="34" charset="0"/>
                <a:ea typeface="Calibri" panose="020F0502020204030204" pitchFamily="34" charset="0"/>
                <a:cs typeface="Times New Roman" panose="02020603050405020304" pitchFamily="18" charset="0"/>
              </a:rPr>
              <a:t>Image credit: Adapted by A. Paz from course materials by Peterson, </a:t>
            </a:r>
            <a:r>
              <a:rPr lang="en-US" sz="1800" dirty="0" err="1">
                <a:effectLst/>
                <a:latin typeface="Arial" panose="020B0604020202020204" pitchFamily="34" charset="0"/>
                <a:ea typeface="Calibri" panose="020F0502020204030204" pitchFamily="34" charset="0"/>
                <a:cs typeface="Times New Roman" panose="02020603050405020304" pitchFamily="18" charset="0"/>
              </a:rPr>
              <a:t>Soberon</a:t>
            </a:r>
            <a:r>
              <a:rPr lang="en-US" sz="1800" dirty="0">
                <a:effectLst/>
                <a:latin typeface="Arial" panose="020B0604020202020204" pitchFamily="34" charset="0"/>
                <a:ea typeface="Calibri" panose="020F0502020204030204" pitchFamily="34" charset="0"/>
                <a:cs typeface="Times New Roman" panose="02020603050405020304" pitchFamily="18" charset="0"/>
              </a:rPr>
              <a:t>, and Martinez-Meyer. 2013.</a:t>
            </a: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a:p>
            <a:pPr marL="0" lvl="0" indent="0" algn="l" rtl="0">
              <a:lnSpc>
                <a:spcPct val="117999"/>
              </a:lnSpc>
              <a:spcBef>
                <a:spcPts val="0"/>
              </a:spcBef>
              <a:spcAft>
                <a:spcPts val="0"/>
              </a:spcAft>
              <a:buSzPts val="1400"/>
              <a:buNone/>
            </a:pPr>
            <a:endParaRPr dirty="0"/>
          </a:p>
        </p:txBody>
      </p:sp>
      <p:sp>
        <p:nvSpPr>
          <p:cNvPr id="432" name="Google Shape;432;p3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9"/>
        <p:cNvGrpSpPr/>
        <p:nvPr/>
      </p:nvGrpSpPr>
      <p:grpSpPr>
        <a:xfrm>
          <a:off x="0" y="0"/>
          <a:ext cx="0" cy="0"/>
          <a:chOff x="0" y="0"/>
          <a:chExt cx="0" cy="0"/>
        </a:xfrm>
      </p:grpSpPr>
      <p:sp>
        <p:nvSpPr>
          <p:cNvPr id="440" name="Google Shape;440;p37: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a:spcBef>
                <a:spcPts val="0"/>
              </a:spcBef>
              <a:spcAft>
                <a:spcPts val="0"/>
              </a:spcAft>
            </a:pPr>
            <a:r>
              <a:rPr lang="en-US" sz="1800" dirty="0">
                <a:effectLst/>
                <a:latin typeface="Arial" panose="020B0604020202020204" pitchFamily="34" charset="0"/>
                <a:ea typeface="Calibri" panose="020F0502020204030204" pitchFamily="34" charset="0"/>
                <a:cs typeface="Times New Roman" panose="02020603050405020304" pitchFamily="18" charset="0"/>
              </a:rPr>
              <a:t>Image credit: Adapted by A. Paz from course materials by Peterson, </a:t>
            </a:r>
            <a:r>
              <a:rPr lang="en-US" sz="1800" dirty="0" err="1">
                <a:effectLst/>
                <a:latin typeface="Arial" panose="020B0604020202020204" pitchFamily="34" charset="0"/>
                <a:ea typeface="Calibri" panose="020F0502020204030204" pitchFamily="34" charset="0"/>
                <a:cs typeface="Times New Roman" panose="02020603050405020304" pitchFamily="18" charset="0"/>
              </a:rPr>
              <a:t>Soberon</a:t>
            </a:r>
            <a:r>
              <a:rPr lang="en-US" sz="1800" dirty="0">
                <a:effectLst/>
                <a:latin typeface="Arial" panose="020B0604020202020204" pitchFamily="34" charset="0"/>
                <a:ea typeface="Calibri" panose="020F0502020204030204" pitchFamily="34" charset="0"/>
                <a:cs typeface="Times New Roman" panose="02020603050405020304" pitchFamily="18" charset="0"/>
              </a:rPr>
              <a:t>, and Martinez-Meyer. 2013.</a:t>
            </a: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a:p>
            <a:pPr marL="0" lvl="0" indent="0" algn="l" rtl="0">
              <a:lnSpc>
                <a:spcPct val="117999"/>
              </a:lnSpc>
              <a:spcBef>
                <a:spcPts val="0"/>
              </a:spcBef>
              <a:spcAft>
                <a:spcPts val="0"/>
              </a:spcAft>
              <a:buSzPts val="1400"/>
              <a:buNone/>
            </a:pPr>
            <a:endParaRPr dirty="0"/>
          </a:p>
        </p:txBody>
      </p:sp>
      <p:sp>
        <p:nvSpPr>
          <p:cNvPr id="441" name="Google Shape;441;p37: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2"/>
        <p:cNvGrpSpPr/>
        <p:nvPr/>
      </p:nvGrpSpPr>
      <p:grpSpPr>
        <a:xfrm>
          <a:off x="0" y="0"/>
          <a:ext cx="0" cy="0"/>
          <a:chOff x="0" y="0"/>
          <a:chExt cx="0" cy="0"/>
        </a:xfrm>
      </p:grpSpPr>
      <p:sp>
        <p:nvSpPr>
          <p:cNvPr id="453" name="Google Shape;453;p38: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17999"/>
              </a:lnSpc>
              <a:spcBef>
                <a:spcPts val="0"/>
              </a:spcBef>
              <a:spcAft>
                <a:spcPts val="0"/>
              </a:spcAft>
              <a:buSzPts val="1400"/>
              <a:buNone/>
            </a:pPr>
            <a:endParaRPr dirty="0"/>
          </a:p>
        </p:txBody>
      </p:sp>
      <p:sp>
        <p:nvSpPr>
          <p:cNvPr id="454" name="Google Shape;454;p3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type="title">
  <p:cSld name="TITLE">
    <p:spTree>
      <p:nvGrpSpPr>
        <p:cNvPr id="1" name="Shape 9"/>
        <p:cNvGrpSpPr/>
        <p:nvPr/>
      </p:nvGrpSpPr>
      <p:grpSpPr>
        <a:xfrm>
          <a:off x="0" y="0"/>
          <a:ext cx="0" cy="0"/>
          <a:chOff x="0" y="0"/>
          <a:chExt cx="0" cy="0"/>
        </a:xfrm>
      </p:grpSpPr>
      <p:sp>
        <p:nvSpPr>
          <p:cNvPr id="10" name="Google Shape;10;p40"/>
          <p:cNvSpPr txBox="1">
            <a:spLocks noGrp="1"/>
          </p:cNvSpPr>
          <p:nvPr>
            <p:ph type="body" idx="1"/>
          </p:nvPr>
        </p:nvSpPr>
        <p:spPr>
          <a:xfrm>
            <a:off x="643465" y="7533359"/>
            <a:ext cx="11717870" cy="339723"/>
          </a:xfrm>
          <a:prstGeom prst="rect">
            <a:avLst/>
          </a:prstGeom>
          <a:noFill/>
          <a:ln>
            <a:noFill/>
          </a:ln>
        </p:spPr>
        <p:txBody>
          <a:bodyPr spcFirstLastPara="1" wrap="square" lIns="24375" tIns="24375" rIns="24375" bIns="24375" anchor="b" anchorCtr="0">
            <a:normAutofit/>
          </a:bodyPr>
          <a:lstStyle>
            <a:lvl1pPr marL="457200" lvl="0" indent="-228600" algn="l">
              <a:lnSpc>
                <a:spcPct val="100000"/>
              </a:lnSpc>
              <a:spcBef>
                <a:spcPts val="0"/>
              </a:spcBef>
              <a:spcAft>
                <a:spcPts val="0"/>
              </a:spcAft>
              <a:buClr>
                <a:srgbClr val="FFFFFF"/>
              </a:buClr>
              <a:buSzPts val="1992"/>
              <a:buFont typeface="Helvetica Neue"/>
              <a:buNone/>
              <a:defRPr sz="1992" b="1"/>
            </a:lvl1pPr>
            <a:lvl2pPr marL="914400" lvl="1" indent="-394335" algn="l">
              <a:lnSpc>
                <a:spcPct val="100000"/>
              </a:lnSpc>
              <a:spcBef>
                <a:spcPts val="4200"/>
              </a:spcBef>
              <a:spcAft>
                <a:spcPts val="0"/>
              </a:spcAft>
              <a:buClr>
                <a:srgbClr val="FFFFFF"/>
              </a:buClr>
              <a:buSzPts val="2610"/>
              <a:buChar char="•"/>
              <a:defRPr/>
            </a:lvl2pPr>
            <a:lvl3pPr marL="1371600" lvl="2" indent="-394335" algn="l">
              <a:lnSpc>
                <a:spcPct val="100000"/>
              </a:lnSpc>
              <a:spcBef>
                <a:spcPts val="4200"/>
              </a:spcBef>
              <a:spcAft>
                <a:spcPts val="0"/>
              </a:spcAft>
              <a:buClr>
                <a:srgbClr val="FFFFFF"/>
              </a:buClr>
              <a:buSzPts val="2610"/>
              <a:buChar char="•"/>
              <a:defRPr/>
            </a:lvl3pPr>
            <a:lvl4pPr marL="1828800" lvl="3" indent="-394335" algn="l">
              <a:lnSpc>
                <a:spcPct val="100000"/>
              </a:lnSpc>
              <a:spcBef>
                <a:spcPts val="4200"/>
              </a:spcBef>
              <a:spcAft>
                <a:spcPts val="0"/>
              </a:spcAft>
              <a:buClr>
                <a:srgbClr val="FFFFFF"/>
              </a:buClr>
              <a:buSzPts val="2610"/>
              <a:buChar char="•"/>
              <a:defRPr/>
            </a:lvl4pPr>
            <a:lvl5pPr marL="2286000" lvl="4" indent="-394335" algn="l">
              <a:lnSpc>
                <a:spcPct val="100000"/>
              </a:lnSpc>
              <a:spcBef>
                <a:spcPts val="4200"/>
              </a:spcBef>
              <a:spcAft>
                <a:spcPts val="0"/>
              </a:spcAft>
              <a:buClr>
                <a:srgbClr val="FFFFFF"/>
              </a:buClr>
              <a:buSzPts val="2610"/>
              <a:buChar char="•"/>
              <a:defRPr/>
            </a:lvl5pPr>
            <a:lvl6pPr marL="2743200" lvl="5" indent="-394335" algn="l">
              <a:lnSpc>
                <a:spcPct val="100000"/>
              </a:lnSpc>
              <a:spcBef>
                <a:spcPts val="4200"/>
              </a:spcBef>
              <a:spcAft>
                <a:spcPts val="0"/>
              </a:spcAft>
              <a:buClr>
                <a:srgbClr val="FFFFFF"/>
              </a:buClr>
              <a:buSzPts val="2610"/>
              <a:buChar char="•"/>
              <a:defRPr/>
            </a:lvl6pPr>
            <a:lvl7pPr marL="3200400" lvl="6" indent="-394335" algn="l">
              <a:lnSpc>
                <a:spcPct val="100000"/>
              </a:lnSpc>
              <a:spcBef>
                <a:spcPts val="4200"/>
              </a:spcBef>
              <a:spcAft>
                <a:spcPts val="0"/>
              </a:spcAft>
              <a:buClr>
                <a:srgbClr val="FFFFFF"/>
              </a:buClr>
              <a:buSzPts val="2610"/>
              <a:buChar char="•"/>
              <a:defRPr/>
            </a:lvl7pPr>
            <a:lvl8pPr marL="3657600" lvl="7" indent="-394334" algn="l">
              <a:lnSpc>
                <a:spcPct val="100000"/>
              </a:lnSpc>
              <a:spcBef>
                <a:spcPts val="4200"/>
              </a:spcBef>
              <a:spcAft>
                <a:spcPts val="0"/>
              </a:spcAft>
              <a:buClr>
                <a:srgbClr val="FFFFFF"/>
              </a:buClr>
              <a:buSzPts val="2610"/>
              <a:buChar char="•"/>
              <a:defRPr/>
            </a:lvl8pPr>
            <a:lvl9pPr marL="4114800" lvl="8" indent="-394334" algn="l">
              <a:lnSpc>
                <a:spcPct val="100000"/>
              </a:lnSpc>
              <a:spcBef>
                <a:spcPts val="4200"/>
              </a:spcBef>
              <a:spcAft>
                <a:spcPts val="0"/>
              </a:spcAft>
              <a:buClr>
                <a:srgbClr val="FFFFFF"/>
              </a:buClr>
              <a:buSzPts val="2610"/>
              <a:buChar char="•"/>
              <a:defRPr/>
            </a:lvl9pPr>
          </a:lstStyle>
          <a:p>
            <a:endParaRPr/>
          </a:p>
        </p:txBody>
      </p:sp>
      <p:sp>
        <p:nvSpPr>
          <p:cNvPr id="11" name="Google Shape;11;p40"/>
          <p:cNvSpPr txBox="1">
            <a:spLocks noGrp="1"/>
          </p:cNvSpPr>
          <p:nvPr>
            <p:ph type="title"/>
          </p:nvPr>
        </p:nvSpPr>
        <p:spPr>
          <a:xfrm>
            <a:off x="643464" y="2592528"/>
            <a:ext cx="11717870" cy="2479041"/>
          </a:xfrm>
          <a:prstGeom prst="rect">
            <a:avLst/>
          </a:prstGeom>
          <a:noFill/>
          <a:ln>
            <a:noFill/>
          </a:ln>
        </p:spPr>
        <p:txBody>
          <a:bodyPr spcFirstLastPara="1" wrap="square" lIns="27075" tIns="27075" rIns="27075" bIns="27075" anchor="b" anchorCtr="0">
            <a:normAutofit/>
          </a:bodyPr>
          <a:lstStyle>
            <a:lvl1pPr lvl="0" algn="l">
              <a:lnSpc>
                <a:spcPct val="80000"/>
              </a:lnSpc>
              <a:spcBef>
                <a:spcPts val="0"/>
              </a:spcBef>
              <a:spcAft>
                <a:spcPts val="0"/>
              </a:spcAft>
              <a:buClr>
                <a:srgbClr val="FFFFFF"/>
              </a:buClr>
              <a:buSzPts val="8200"/>
              <a:buFont typeface="Helvetica Neue"/>
              <a:buNone/>
              <a:defRPr sz="8200" b="1">
                <a:latin typeface="Helvetica Neue"/>
                <a:ea typeface="Helvetica Neue"/>
                <a:cs typeface="Helvetica Neue"/>
                <a:sym typeface="Helvetica Neue"/>
              </a:defRPr>
            </a:lvl1pPr>
            <a:lvl2pPr lvl="1" algn="ctr">
              <a:lnSpc>
                <a:spcPct val="100000"/>
              </a:lnSpc>
              <a:spcBef>
                <a:spcPts val="0"/>
              </a:spcBef>
              <a:spcAft>
                <a:spcPts val="0"/>
              </a:spcAft>
              <a:buClr>
                <a:srgbClr val="FFFFFF"/>
              </a:buClr>
              <a:buSzPts val="1800"/>
              <a:buNone/>
              <a:defRPr/>
            </a:lvl2pPr>
            <a:lvl3pPr lvl="2" algn="ctr">
              <a:lnSpc>
                <a:spcPct val="100000"/>
              </a:lnSpc>
              <a:spcBef>
                <a:spcPts val="0"/>
              </a:spcBef>
              <a:spcAft>
                <a:spcPts val="0"/>
              </a:spcAft>
              <a:buClr>
                <a:srgbClr val="FFFFFF"/>
              </a:buClr>
              <a:buSzPts val="1800"/>
              <a:buNone/>
              <a:defRPr/>
            </a:lvl3pPr>
            <a:lvl4pPr lvl="3" algn="ctr">
              <a:lnSpc>
                <a:spcPct val="100000"/>
              </a:lnSpc>
              <a:spcBef>
                <a:spcPts val="0"/>
              </a:spcBef>
              <a:spcAft>
                <a:spcPts val="0"/>
              </a:spcAft>
              <a:buClr>
                <a:srgbClr val="FFFFFF"/>
              </a:buClr>
              <a:buSzPts val="1800"/>
              <a:buNone/>
              <a:defRPr/>
            </a:lvl4pPr>
            <a:lvl5pPr lvl="4" algn="ctr">
              <a:lnSpc>
                <a:spcPct val="100000"/>
              </a:lnSpc>
              <a:spcBef>
                <a:spcPts val="0"/>
              </a:spcBef>
              <a:spcAft>
                <a:spcPts val="0"/>
              </a:spcAft>
              <a:buClr>
                <a:srgbClr val="FFFFFF"/>
              </a:buClr>
              <a:buSzPts val="1800"/>
              <a:buNone/>
              <a:defRPr/>
            </a:lvl5pPr>
            <a:lvl6pPr lvl="5" algn="ctr">
              <a:lnSpc>
                <a:spcPct val="100000"/>
              </a:lnSpc>
              <a:spcBef>
                <a:spcPts val="0"/>
              </a:spcBef>
              <a:spcAft>
                <a:spcPts val="0"/>
              </a:spcAft>
              <a:buClr>
                <a:srgbClr val="FFFFFF"/>
              </a:buClr>
              <a:buSzPts val="1800"/>
              <a:buNone/>
              <a:defRPr/>
            </a:lvl6pPr>
            <a:lvl7pPr lvl="6" algn="ctr">
              <a:lnSpc>
                <a:spcPct val="100000"/>
              </a:lnSpc>
              <a:spcBef>
                <a:spcPts val="0"/>
              </a:spcBef>
              <a:spcAft>
                <a:spcPts val="0"/>
              </a:spcAft>
              <a:buClr>
                <a:srgbClr val="FFFFFF"/>
              </a:buClr>
              <a:buSzPts val="1800"/>
              <a:buNone/>
              <a:defRPr/>
            </a:lvl7pPr>
            <a:lvl8pPr lvl="7" algn="ctr">
              <a:lnSpc>
                <a:spcPct val="100000"/>
              </a:lnSpc>
              <a:spcBef>
                <a:spcPts val="0"/>
              </a:spcBef>
              <a:spcAft>
                <a:spcPts val="0"/>
              </a:spcAft>
              <a:buClr>
                <a:srgbClr val="FFFFFF"/>
              </a:buClr>
              <a:buSzPts val="1800"/>
              <a:buNone/>
              <a:defRPr/>
            </a:lvl8pPr>
            <a:lvl9pPr lvl="8" algn="ctr">
              <a:lnSpc>
                <a:spcPct val="100000"/>
              </a:lnSpc>
              <a:spcBef>
                <a:spcPts val="0"/>
              </a:spcBef>
              <a:spcAft>
                <a:spcPts val="0"/>
              </a:spcAft>
              <a:buClr>
                <a:srgbClr val="FFFFFF"/>
              </a:buClr>
              <a:buSzPts val="1800"/>
              <a:buNone/>
              <a:defRPr/>
            </a:lvl9pPr>
          </a:lstStyle>
          <a:p>
            <a:endParaRPr/>
          </a:p>
        </p:txBody>
      </p:sp>
      <p:sp>
        <p:nvSpPr>
          <p:cNvPr id="12" name="Google Shape;12;p40"/>
          <p:cNvSpPr txBox="1">
            <a:spLocks noGrp="1"/>
          </p:cNvSpPr>
          <p:nvPr>
            <p:ph type="body" idx="2"/>
          </p:nvPr>
        </p:nvSpPr>
        <p:spPr>
          <a:xfrm>
            <a:off x="643466" y="5057528"/>
            <a:ext cx="11717868" cy="1016001"/>
          </a:xfrm>
          <a:prstGeom prst="rect">
            <a:avLst/>
          </a:prstGeom>
          <a:noFill/>
          <a:ln>
            <a:noFill/>
          </a:ln>
        </p:spPr>
        <p:txBody>
          <a:bodyPr spcFirstLastPara="1" wrap="square" lIns="27075" tIns="27075" rIns="27075" bIns="27075" anchor="t" anchorCtr="0">
            <a:normAutofit/>
          </a:bodyPr>
          <a:lstStyle>
            <a:lvl1pPr marL="457200" lvl="0" indent="-228600" algn="l">
              <a:lnSpc>
                <a:spcPct val="100000"/>
              </a:lnSpc>
              <a:spcBef>
                <a:spcPts val="0"/>
              </a:spcBef>
              <a:spcAft>
                <a:spcPts val="0"/>
              </a:spcAft>
              <a:buClr>
                <a:srgbClr val="FFFFFF"/>
              </a:buClr>
              <a:buSzPts val="3800"/>
              <a:buFont typeface="Helvetica Neue"/>
              <a:buNone/>
              <a:defRPr sz="3800" b="1"/>
            </a:lvl1pPr>
            <a:lvl2pPr marL="914400" lvl="1" indent="-228600" algn="l">
              <a:lnSpc>
                <a:spcPct val="100000"/>
              </a:lnSpc>
              <a:spcBef>
                <a:spcPts val="0"/>
              </a:spcBef>
              <a:spcAft>
                <a:spcPts val="0"/>
              </a:spcAft>
              <a:buClr>
                <a:srgbClr val="FFFFFF"/>
              </a:buClr>
              <a:buSzPts val="3800"/>
              <a:buFont typeface="Helvetica Neue"/>
              <a:buNone/>
              <a:defRPr sz="3800" b="1"/>
            </a:lvl2pPr>
            <a:lvl3pPr marL="1371600" lvl="2" indent="-228600" algn="l">
              <a:lnSpc>
                <a:spcPct val="100000"/>
              </a:lnSpc>
              <a:spcBef>
                <a:spcPts val="0"/>
              </a:spcBef>
              <a:spcAft>
                <a:spcPts val="0"/>
              </a:spcAft>
              <a:buClr>
                <a:srgbClr val="FFFFFF"/>
              </a:buClr>
              <a:buSzPts val="3800"/>
              <a:buFont typeface="Helvetica Neue"/>
              <a:buNone/>
              <a:defRPr sz="3800" b="1"/>
            </a:lvl3pPr>
            <a:lvl4pPr marL="1828800" lvl="3" indent="-228600" algn="l">
              <a:lnSpc>
                <a:spcPct val="100000"/>
              </a:lnSpc>
              <a:spcBef>
                <a:spcPts val="0"/>
              </a:spcBef>
              <a:spcAft>
                <a:spcPts val="0"/>
              </a:spcAft>
              <a:buClr>
                <a:srgbClr val="FFFFFF"/>
              </a:buClr>
              <a:buSzPts val="3800"/>
              <a:buFont typeface="Helvetica Neue"/>
              <a:buNone/>
              <a:defRPr sz="3800" b="1"/>
            </a:lvl4pPr>
            <a:lvl5pPr marL="2286000" lvl="4" indent="-228600" algn="l">
              <a:lnSpc>
                <a:spcPct val="100000"/>
              </a:lnSpc>
              <a:spcBef>
                <a:spcPts val="0"/>
              </a:spcBef>
              <a:spcAft>
                <a:spcPts val="0"/>
              </a:spcAft>
              <a:buClr>
                <a:srgbClr val="FFFFFF"/>
              </a:buClr>
              <a:buSzPts val="3800"/>
              <a:buFont typeface="Helvetica Neue"/>
              <a:buNone/>
              <a:defRPr sz="3800" b="1"/>
            </a:lvl5pPr>
            <a:lvl6pPr marL="2743200" lvl="5" indent="-394335" algn="l">
              <a:lnSpc>
                <a:spcPct val="100000"/>
              </a:lnSpc>
              <a:spcBef>
                <a:spcPts val="4200"/>
              </a:spcBef>
              <a:spcAft>
                <a:spcPts val="0"/>
              </a:spcAft>
              <a:buClr>
                <a:srgbClr val="FFFFFF"/>
              </a:buClr>
              <a:buSzPts val="2610"/>
              <a:buChar char="•"/>
              <a:defRPr/>
            </a:lvl6pPr>
            <a:lvl7pPr marL="3200400" lvl="6" indent="-394335" algn="l">
              <a:lnSpc>
                <a:spcPct val="100000"/>
              </a:lnSpc>
              <a:spcBef>
                <a:spcPts val="4200"/>
              </a:spcBef>
              <a:spcAft>
                <a:spcPts val="0"/>
              </a:spcAft>
              <a:buClr>
                <a:srgbClr val="FFFFFF"/>
              </a:buClr>
              <a:buSzPts val="2610"/>
              <a:buChar char="•"/>
              <a:defRPr/>
            </a:lvl7pPr>
            <a:lvl8pPr marL="3657600" lvl="7" indent="-394334" algn="l">
              <a:lnSpc>
                <a:spcPct val="100000"/>
              </a:lnSpc>
              <a:spcBef>
                <a:spcPts val="4200"/>
              </a:spcBef>
              <a:spcAft>
                <a:spcPts val="0"/>
              </a:spcAft>
              <a:buClr>
                <a:srgbClr val="FFFFFF"/>
              </a:buClr>
              <a:buSzPts val="2610"/>
              <a:buChar char="•"/>
              <a:defRPr/>
            </a:lvl8pPr>
            <a:lvl9pPr marL="4114800" lvl="8" indent="-394334" algn="l">
              <a:lnSpc>
                <a:spcPct val="100000"/>
              </a:lnSpc>
              <a:spcBef>
                <a:spcPts val="4200"/>
              </a:spcBef>
              <a:spcAft>
                <a:spcPts val="0"/>
              </a:spcAft>
              <a:buClr>
                <a:srgbClr val="FFFFFF"/>
              </a:buClr>
              <a:buSzPts val="2610"/>
              <a:buChar char="•"/>
              <a:defRPr/>
            </a:lvl9pPr>
          </a:lstStyle>
          <a:p>
            <a:endParaRPr/>
          </a:p>
        </p:txBody>
      </p:sp>
      <p:sp>
        <p:nvSpPr>
          <p:cNvPr id="13" name="Google Shape;13;p40"/>
          <p:cNvSpPr txBox="1">
            <a:spLocks noGrp="1"/>
          </p:cNvSpPr>
          <p:nvPr>
            <p:ph type="sldNum" idx="12"/>
          </p:nvPr>
        </p:nvSpPr>
        <p:spPr>
          <a:xfrm>
            <a:off x="6384222" y="8167799"/>
            <a:ext cx="236356" cy="227721"/>
          </a:xfrm>
          <a:prstGeom prst="rect">
            <a:avLst/>
          </a:prstGeom>
          <a:noFill/>
          <a:ln>
            <a:noFill/>
          </a:ln>
        </p:spPr>
        <p:txBody>
          <a:bodyPr spcFirstLastPara="1" wrap="square" lIns="27075" tIns="27075" rIns="27075" bIns="27075" anchor="b" anchorCtr="0">
            <a:spAutoFit/>
          </a:bodyPr>
          <a:lstStyle>
            <a:lvl1pPr marL="0" marR="0" lvl="0"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1pPr>
            <a:lvl2pPr marL="0" marR="0" lvl="1"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2pPr>
            <a:lvl3pPr marL="0" marR="0" lvl="2"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3pPr>
            <a:lvl4pPr marL="0" marR="0" lvl="3"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4pPr>
            <a:lvl5pPr marL="0" marR="0" lvl="4"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5pPr>
            <a:lvl6pPr marL="0" marR="0" lvl="5"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6pPr>
            <a:lvl7pPr marL="0" marR="0" lvl="6"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7pPr>
            <a:lvl8pPr marL="0" marR="0" lvl="7"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8pPr>
            <a:lvl9pPr marL="0" marR="0" lvl="8"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mp; Bullets" type="tx">
  <p:cSld name="TITLE_AND_BODY">
    <p:spTree>
      <p:nvGrpSpPr>
        <p:cNvPr id="1" name="Shape 14"/>
        <p:cNvGrpSpPr/>
        <p:nvPr/>
      </p:nvGrpSpPr>
      <p:grpSpPr>
        <a:xfrm>
          <a:off x="0" y="0"/>
          <a:ext cx="0" cy="0"/>
          <a:chOff x="0" y="0"/>
          <a:chExt cx="0" cy="0"/>
        </a:xfrm>
      </p:grpSpPr>
      <p:sp>
        <p:nvSpPr>
          <p:cNvPr id="15" name="Google Shape;15;p41"/>
          <p:cNvSpPr txBox="1">
            <a:spLocks noGrp="1"/>
          </p:cNvSpPr>
          <p:nvPr>
            <p:ph type="title"/>
          </p:nvPr>
        </p:nvSpPr>
        <p:spPr>
          <a:xfrm>
            <a:off x="643466" y="1727199"/>
            <a:ext cx="11717868" cy="764355"/>
          </a:xfrm>
          <a:prstGeom prst="rect">
            <a:avLst/>
          </a:prstGeom>
          <a:noFill/>
          <a:ln>
            <a:noFill/>
          </a:ln>
        </p:spPr>
        <p:txBody>
          <a:bodyPr spcFirstLastPara="1" wrap="square" lIns="27075" tIns="27075" rIns="27075" bIns="27075" anchor="t" anchorCtr="0">
            <a:normAutofit/>
          </a:bodyPr>
          <a:lstStyle>
            <a:lvl1pPr lvl="0" algn="l">
              <a:lnSpc>
                <a:spcPct val="80000"/>
              </a:lnSpc>
              <a:spcBef>
                <a:spcPts val="0"/>
              </a:spcBef>
              <a:spcAft>
                <a:spcPts val="0"/>
              </a:spcAft>
              <a:buClr>
                <a:srgbClr val="FFFFFF"/>
              </a:buClr>
              <a:buSzPts val="6000"/>
              <a:buFont typeface="Helvetica Neue"/>
              <a:buNone/>
              <a:defRPr sz="6000" b="1">
                <a:latin typeface="Helvetica Neue"/>
                <a:ea typeface="Helvetica Neue"/>
                <a:cs typeface="Helvetica Neue"/>
                <a:sym typeface="Helvetica Neue"/>
              </a:defRPr>
            </a:lvl1pPr>
            <a:lvl2pPr lvl="1" algn="ctr">
              <a:lnSpc>
                <a:spcPct val="100000"/>
              </a:lnSpc>
              <a:spcBef>
                <a:spcPts val="0"/>
              </a:spcBef>
              <a:spcAft>
                <a:spcPts val="0"/>
              </a:spcAft>
              <a:buClr>
                <a:srgbClr val="FFFFFF"/>
              </a:buClr>
              <a:buSzPts val="1800"/>
              <a:buNone/>
              <a:defRPr/>
            </a:lvl2pPr>
            <a:lvl3pPr lvl="2" algn="ctr">
              <a:lnSpc>
                <a:spcPct val="100000"/>
              </a:lnSpc>
              <a:spcBef>
                <a:spcPts val="0"/>
              </a:spcBef>
              <a:spcAft>
                <a:spcPts val="0"/>
              </a:spcAft>
              <a:buClr>
                <a:srgbClr val="FFFFFF"/>
              </a:buClr>
              <a:buSzPts val="1800"/>
              <a:buNone/>
              <a:defRPr/>
            </a:lvl3pPr>
            <a:lvl4pPr lvl="3" algn="ctr">
              <a:lnSpc>
                <a:spcPct val="100000"/>
              </a:lnSpc>
              <a:spcBef>
                <a:spcPts val="0"/>
              </a:spcBef>
              <a:spcAft>
                <a:spcPts val="0"/>
              </a:spcAft>
              <a:buClr>
                <a:srgbClr val="FFFFFF"/>
              </a:buClr>
              <a:buSzPts val="1800"/>
              <a:buNone/>
              <a:defRPr/>
            </a:lvl4pPr>
            <a:lvl5pPr lvl="4" algn="ctr">
              <a:lnSpc>
                <a:spcPct val="100000"/>
              </a:lnSpc>
              <a:spcBef>
                <a:spcPts val="0"/>
              </a:spcBef>
              <a:spcAft>
                <a:spcPts val="0"/>
              </a:spcAft>
              <a:buClr>
                <a:srgbClr val="FFFFFF"/>
              </a:buClr>
              <a:buSzPts val="1800"/>
              <a:buNone/>
              <a:defRPr/>
            </a:lvl5pPr>
            <a:lvl6pPr lvl="5" algn="ctr">
              <a:lnSpc>
                <a:spcPct val="100000"/>
              </a:lnSpc>
              <a:spcBef>
                <a:spcPts val="0"/>
              </a:spcBef>
              <a:spcAft>
                <a:spcPts val="0"/>
              </a:spcAft>
              <a:buClr>
                <a:srgbClr val="FFFFFF"/>
              </a:buClr>
              <a:buSzPts val="1800"/>
              <a:buNone/>
              <a:defRPr/>
            </a:lvl6pPr>
            <a:lvl7pPr lvl="6" algn="ctr">
              <a:lnSpc>
                <a:spcPct val="100000"/>
              </a:lnSpc>
              <a:spcBef>
                <a:spcPts val="0"/>
              </a:spcBef>
              <a:spcAft>
                <a:spcPts val="0"/>
              </a:spcAft>
              <a:buClr>
                <a:srgbClr val="FFFFFF"/>
              </a:buClr>
              <a:buSzPts val="1800"/>
              <a:buNone/>
              <a:defRPr/>
            </a:lvl7pPr>
            <a:lvl8pPr lvl="7" algn="ctr">
              <a:lnSpc>
                <a:spcPct val="100000"/>
              </a:lnSpc>
              <a:spcBef>
                <a:spcPts val="0"/>
              </a:spcBef>
              <a:spcAft>
                <a:spcPts val="0"/>
              </a:spcAft>
              <a:buClr>
                <a:srgbClr val="FFFFFF"/>
              </a:buClr>
              <a:buSzPts val="1800"/>
              <a:buNone/>
              <a:defRPr/>
            </a:lvl8pPr>
            <a:lvl9pPr lvl="8" algn="ctr">
              <a:lnSpc>
                <a:spcPct val="100000"/>
              </a:lnSpc>
              <a:spcBef>
                <a:spcPts val="0"/>
              </a:spcBef>
              <a:spcAft>
                <a:spcPts val="0"/>
              </a:spcAft>
              <a:buClr>
                <a:srgbClr val="FFFFFF"/>
              </a:buClr>
              <a:buSzPts val="1800"/>
              <a:buNone/>
              <a:defRPr/>
            </a:lvl9pPr>
          </a:lstStyle>
          <a:p>
            <a:endParaRPr/>
          </a:p>
        </p:txBody>
      </p:sp>
      <p:sp>
        <p:nvSpPr>
          <p:cNvPr id="16" name="Google Shape;16;p41"/>
          <p:cNvSpPr txBox="1">
            <a:spLocks noGrp="1"/>
          </p:cNvSpPr>
          <p:nvPr>
            <p:ph type="body" idx="1"/>
          </p:nvPr>
        </p:nvSpPr>
        <p:spPr>
          <a:xfrm>
            <a:off x="643466" y="2417046"/>
            <a:ext cx="11717868" cy="498550"/>
          </a:xfrm>
          <a:prstGeom prst="rect">
            <a:avLst/>
          </a:prstGeom>
          <a:noFill/>
          <a:ln>
            <a:noFill/>
          </a:ln>
        </p:spPr>
        <p:txBody>
          <a:bodyPr spcFirstLastPara="1" wrap="square" lIns="24375" tIns="24375" rIns="24375" bIns="24375" anchor="t" anchorCtr="0">
            <a:normAutofit/>
          </a:bodyPr>
          <a:lstStyle>
            <a:lvl1pPr marL="457200" lvl="0" indent="-228600" algn="l">
              <a:lnSpc>
                <a:spcPct val="100000"/>
              </a:lnSpc>
              <a:spcBef>
                <a:spcPts val="0"/>
              </a:spcBef>
              <a:spcAft>
                <a:spcPts val="0"/>
              </a:spcAft>
              <a:buClr>
                <a:srgbClr val="FFFFFF"/>
              </a:buClr>
              <a:buSzPts val="2964"/>
              <a:buFont typeface="Helvetica Neue"/>
              <a:buNone/>
              <a:defRPr sz="2964" b="1"/>
            </a:lvl1pPr>
            <a:lvl2pPr marL="914400" lvl="1" indent="-394335" algn="l">
              <a:lnSpc>
                <a:spcPct val="100000"/>
              </a:lnSpc>
              <a:spcBef>
                <a:spcPts val="4200"/>
              </a:spcBef>
              <a:spcAft>
                <a:spcPts val="0"/>
              </a:spcAft>
              <a:buClr>
                <a:srgbClr val="FFFFFF"/>
              </a:buClr>
              <a:buSzPts val="2610"/>
              <a:buChar char="•"/>
              <a:defRPr/>
            </a:lvl2pPr>
            <a:lvl3pPr marL="1371600" lvl="2" indent="-394335" algn="l">
              <a:lnSpc>
                <a:spcPct val="100000"/>
              </a:lnSpc>
              <a:spcBef>
                <a:spcPts val="4200"/>
              </a:spcBef>
              <a:spcAft>
                <a:spcPts val="0"/>
              </a:spcAft>
              <a:buClr>
                <a:srgbClr val="FFFFFF"/>
              </a:buClr>
              <a:buSzPts val="2610"/>
              <a:buChar char="•"/>
              <a:defRPr/>
            </a:lvl3pPr>
            <a:lvl4pPr marL="1828800" lvl="3" indent="-394335" algn="l">
              <a:lnSpc>
                <a:spcPct val="100000"/>
              </a:lnSpc>
              <a:spcBef>
                <a:spcPts val="4200"/>
              </a:spcBef>
              <a:spcAft>
                <a:spcPts val="0"/>
              </a:spcAft>
              <a:buClr>
                <a:srgbClr val="FFFFFF"/>
              </a:buClr>
              <a:buSzPts val="2610"/>
              <a:buChar char="•"/>
              <a:defRPr/>
            </a:lvl4pPr>
            <a:lvl5pPr marL="2286000" lvl="4" indent="-394335" algn="l">
              <a:lnSpc>
                <a:spcPct val="100000"/>
              </a:lnSpc>
              <a:spcBef>
                <a:spcPts val="4200"/>
              </a:spcBef>
              <a:spcAft>
                <a:spcPts val="0"/>
              </a:spcAft>
              <a:buClr>
                <a:srgbClr val="FFFFFF"/>
              </a:buClr>
              <a:buSzPts val="2610"/>
              <a:buChar char="•"/>
              <a:defRPr/>
            </a:lvl5pPr>
            <a:lvl6pPr marL="2743200" lvl="5" indent="-394335" algn="l">
              <a:lnSpc>
                <a:spcPct val="100000"/>
              </a:lnSpc>
              <a:spcBef>
                <a:spcPts val="4200"/>
              </a:spcBef>
              <a:spcAft>
                <a:spcPts val="0"/>
              </a:spcAft>
              <a:buClr>
                <a:srgbClr val="FFFFFF"/>
              </a:buClr>
              <a:buSzPts val="2610"/>
              <a:buChar char="•"/>
              <a:defRPr/>
            </a:lvl6pPr>
            <a:lvl7pPr marL="3200400" lvl="6" indent="-394335" algn="l">
              <a:lnSpc>
                <a:spcPct val="100000"/>
              </a:lnSpc>
              <a:spcBef>
                <a:spcPts val="4200"/>
              </a:spcBef>
              <a:spcAft>
                <a:spcPts val="0"/>
              </a:spcAft>
              <a:buClr>
                <a:srgbClr val="FFFFFF"/>
              </a:buClr>
              <a:buSzPts val="2610"/>
              <a:buChar char="•"/>
              <a:defRPr/>
            </a:lvl7pPr>
            <a:lvl8pPr marL="3657600" lvl="7" indent="-394334" algn="l">
              <a:lnSpc>
                <a:spcPct val="100000"/>
              </a:lnSpc>
              <a:spcBef>
                <a:spcPts val="4200"/>
              </a:spcBef>
              <a:spcAft>
                <a:spcPts val="0"/>
              </a:spcAft>
              <a:buClr>
                <a:srgbClr val="FFFFFF"/>
              </a:buClr>
              <a:buSzPts val="2610"/>
              <a:buChar char="•"/>
              <a:defRPr/>
            </a:lvl8pPr>
            <a:lvl9pPr marL="4114800" lvl="8" indent="-394334" algn="l">
              <a:lnSpc>
                <a:spcPct val="100000"/>
              </a:lnSpc>
              <a:spcBef>
                <a:spcPts val="4200"/>
              </a:spcBef>
              <a:spcAft>
                <a:spcPts val="0"/>
              </a:spcAft>
              <a:buClr>
                <a:srgbClr val="FFFFFF"/>
              </a:buClr>
              <a:buSzPts val="2610"/>
              <a:buChar char="•"/>
              <a:defRPr/>
            </a:lvl9pPr>
          </a:lstStyle>
          <a:p>
            <a:endParaRPr/>
          </a:p>
        </p:txBody>
      </p:sp>
      <p:sp>
        <p:nvSpPr>
          <p:cNvPr id="17" name="Google Shape;17;p41"/>
          <p:cNvSpPr txBox="1">
            <a:spLocks noGrp="1"/>
          </p:cNvSpPr>
          <p:nvPr>
            <p:ph type="body" idx="2"/>
          </p:nvPr>
        </p:nvSpPr>
        <p:spPr>
          <a:xfrm>
            <a:off x="643466" y="3485069"/>
            <a:ext cx="11717868" cy="4403207"/>
          </a:xfrm>
          <a:prstGeom prst="rect">
            <a:avLst/>
          </a:prstGeom>
          <a:noFill/>
          <a:ln>
            <a:noFill/>
          </a:ln>
        </p:spPr>
        <p:txBody>
          <a:bodyPr spcFirstLastPara="1" wrap="square" lIns="27075" tIns="27075" rIns="27075" bIns="27075" anchor="t" anchorCtr="0">
            <a:normAutofit/>
          </a:bodyPr>
          <a:lstStyle>
            <a:lvl1pPr marL="457200" lvl="0" indent="-494157" algn="l">
              <a:lnSpc>
                <a:spcPct val="90000"/>
              </a:lnSpc>
              <a:spcBef>
                <a:spcPts val="3200"/>
              </a:spcBef>
              <a:spcAft>
                <a:spcPts val="0"/>
              </a:spcAft>
              <a:buClr>
                <a:srgbClr val="FFFFFF"/>
              </a:buClr>
              <a:buSzPts val="4182"/>
              <a:buFont typeface="Helvetica Neue"/>
              <a:buChar char="•"/>
              <a:defRPr sz="3400"/>
            </a:lvl1pPr>
            <a:lvl2pPr marL="914400" lvl="1" indent="-494157" algn="l">
              <a:lnSpc>
                <a:spcPct val="90000"/>
              </a:lnSpc>
              <a:spcBef>
                <a:spcPts val="3200"/>
              </a:spcBef>
              <a:spcAft>
                <a:spcPts val="0"/>
              </a:spcAft>
              <a:buClr>
                <a:srgbClr val="FFFFFF"/>
              </a:buClr>
              <a:buSzPts val="4182"/>
              <a:buFont typeface="Helvetica Neue"/>
              <a:buChar char="•"/>
              <a:defRPr sz="3400"/>
            </a:lvl2pPr>
            <a:lvl3pPr marL="1371600" lvl="2" indent="-494157" algn="l">
              <a:lnSpc>
                <a:spcPct val="90000"/>
              </a:lnSpc>
              <a:spcBef>
                <a:spcPts val="3200"/>
              </a:spcBef>
              <a:spcAft>
                <a:spcPts val="0"/>
              </a:spcAft>
              <a:buClr>
                <a:srgbClr val="FFFFFF"/>
              </a:buClr>
              <a:buSzPts val="4182"/>
              <a:buFont typeface="Helvetica Neue"/>
              <a:buChar char="•"/>
              <a:defRPr sz="3400"/>
            </a:lvl3pPr>
            <a:lvl4pPr marL="1828800" lvl="3" indent="-494157" algn="l">
              <a:lnSpc>
                <a:spcPct val="90000"/>
              </a:lnSpc>
              <a:spcBef>
                <a:spcPts val="3200"/>
              </a:spcBef>
              <a:spcAft>
                <a:spcPts val="0"/>
              </a:spcAft>
              <a:buClr>
                <a:srgbClr val="FFFFFF"/>
              </a:buClr>
              <a:buSzPts val="4182"/>
              <a:buFont typeface="Helvetica Neue"/>
              <a:buChar char="•"/>
              <a:defRPr sz="3400"/>
            </a:lvl4pPr>
            <a:lvl5pPr marL="2286000" lvl="4" indent="-494157" algn="l">
              <a:lnSpc>
                <a:spcPct val="90000"/>
              </a:lnSpc>
              <a:spcBef>
                <a:spcPts val="3200"/>
              </a:spcBef>
              <a:spcAft>
                <a:spcPts val="0"/>
              </a:spcAft>
              <a:buClr>
                <a:srgbClr val="FFFFFF"/>
              </a:buClr>
              <a:buSzPts val="4182"/>
              <a:buFont typeface="Helvetica Neue"/>
              <a:buChar char="•"/>
              <a:defRPr sz="3400"/>
            </a:lvl5pPr>
            <a:lvl6pPr marL="2743200" lvl="5" indent="-394335" algn="l">
              <a:lnSpc>
                <a:spcPct val="100000"/>
              </a:lnSpc>
              <a:spcBef>
                <a:spcPts val="4200"/>
              </a:spcBef>
              <a:spcAft>
                <a:spcPts val="0"/>
              </a:spcAft>
              <a:buClr>
                <a:srgbClr val="FFFFFF"/>
              </a:buClr>
              <a:buSzPts val="2610"/>
              <a:buChar char="•"/>
              <a:defRPr/>
            </a:lvl6pPr>
            <a:lvl7pPr marL="3200400" lvl="6" indent="-394335" algn="l">
              <a:lnSpc>
                <a:spcPct val="100000"/>
              </a:lnSpc>
              <a:spcBef>
                <a:spcPts val="4200"/>
              </a:spcBef>
              <a:spcAft>
                <a:spcPts val="0"/>
              </a:spcAft>
              <a:buClr>
                <a:srgbClr val="FFFFFF"/>
              </a:buClr>
              <a:buSzPts val="2610"/>
              <a:buChar char="•"/>
              <a:defRPr/>
            </a:lvl7pPr>
            <a:lvl8pPr marL="3657600" lvl="7" indent="-394334" algn="l">
              <a:lnSpc>
                <a:spcPct val="100000"/>
              </a:lnSpc>
              <a:spcBef>
                <a:spcPts val="4200"/>
              </a:spcBef>
              <a:spcAft>
                <a:spcPts val="0"/>
              </a:spcAft>
              <a:buClr>
                <a:srgbClr val="FFFFFF"/>
              </a:buClr>
              <a:buSzPts val="2610"/>
              <a:buChar char="•"/>
              <a:defRPr/>
            </a:lvl8pPr>
            <a:lvl9pPr marL="4114800" lvl="8" indent="-394334" algn="l">
              <a:lnSpc>
                <a:spcPct val="100000"/>
              </a:lnSpc>
              <a:spcBef>
                <a:spcPts val="4200"/>
              </a:spcBef>
              <a:spcAft>
                <a:spcPts val="0"/>
              </a:spcAft>
              <a:buClr>
                <a:srgbClr val="FFFFFF"/>
              </a:buClr>
              <a:buSzPts val="2610"/>
              <a:buChar char="•"/>
              <a:defRPr/>
            </a:lvl9pPr>
          </a:lstStyle>
          <a:p>
            <a:endParaRPr/>
          </a:p>
        </p:txBody>
      </p:sp>
      <p:sp>
        <p:nvSpPr>
          <p:cNvPr id="18" name="Google Shape;18;p41"/>
          <p:cNvSpPr txBox="1">
            <a:spLocks noGrp="1"/>
          </p:cNvSpPr>
          <p:nvPr>
            <p:ph type="sldNum" idx="12"/>
          </p:nvPr>
        </p:nvSpPr>
        <p:spPr>
          <a:xfrm>
            <a:off x="6380889" y="8167799"/>
            <a:ext cx="236357" cy="227721"/>
          </a:xfrm>
          <a:prstGeom prst="rect">
            <a:avLst/>
          </a:prstGeom>
          <a:noFill/>
          <a:ln>
            <a:noFill/>
          </a:ln>
        </p:spPr>
        <p:txBody>
          <a:bodyPr spcFirstLastPara="1" wrap="square" lIns="27075" tIns="27075" rIns="27075" bIns="27075" anchor="b" anchorCtr="0">
            <a:spAutoFit/>
          </a:bodyPr>
          <a:lstStyle>
            <a:lvl1pPr marL="0" marR="0" lvl="0"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1pPr>
            <a:lvl2pPr marL="0" marR="0" lvl="1"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2pPr>
            <a:lvl3pPr marL="0" marR="0" lvl="2"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3pPr>
            <a:lvl4pPr marL="0" marR="0" lvl="3"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4pPr>
            <a:lvl5pPr marL="0" marR="0" lvl="4"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5pPr>
            <a:lvl6pPr marL="0" marR="0" lvl="5"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6pPr>
            <a:lvl7pPr marL="0" marR="0" lvl="6"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7pPr>
            <a:lvl8pPr marL="0" marR="0" lvl="7"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8pPr>
            <a:lvl9pPr marL="0" marR="0" lvl="8"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mp; Bullets">
  <p:cSld name="Title &amp; Bullets">
    <p:spTree>
      <p:nvGrpSpPr>
        <p:cNvPr id="1" name="Shape 19"/>
        <p:cNvGrpSpPr/>
        <p:nvPr/>
      </p:nvGrpSpPr>
      <p:grpSpPr>
        <a:xfrm>
          <a:off x="0" y="0"/>
          <a:ext cx="0" cy="0"/>
          <a:chOff x="0" y="0"/>
          <a:chExt cx="0" cy="0"/>
        </a:xfrm>
      </p:grpSpPr>
      <p:sp>
        <p:nvSpPr>
          <p:cNvPr id="20" name="Google Shape;20;p42"/>
          <p:cNvSpPr txBox="1">
            <a:spLocks noGrp="1"/>
          </p:cNvSpPr>
          <p:nvPr>
            <p:ph type="title"/>
          </p:nvPr>
        </p:nvSpPr>
        <p:spPr>
          <a:xfrm>
            <a:off x="952500" y="254000"/>
            <a:ext cx="11099800" cy="2159000"/>
          </a:xfrm>
          <a:prstGeom prst="rect">
            <a:avLst/>
          </a:prstGeom>
          <a:noFill/>
          <a:ln>
            <a:noFill/>
          </a:ln>
        </p:spPr>
        <p:txBody>
          <a:bodyPr spcFirstLastPara="1" wrap="square" lIns="50800" tIns="50800" rIns="50800" bIns="50800" anchor="ctr" anchorCtr="0">
            <a:normAutofit/>
          </a:bodyPr>
          <a:lstStyle>
            <a:lvl1pPr lvl="0" algn="ctr">
              <a:lnSpc>
                <a:spcPct val="100000"/>
              </a:lnSpc>
              <a:spcBef>
                <a:spcPts val="0"/>
              </a:spcBef>
              <a:spcAft>
                <a:spcPts val="0"/>
              </a:spcAft>
              <a:buClr>
                <a:srgbClr val="FFFFFF"/>
              </a:buClr>
              <a:buSzPts val="1800"/>
              <a:buNone/>
              <a:defRPr/>
            </a:lvl1pPr>
            <a:lvl2pPr lvl="1" algn="ctr">
              <a:lnSpc>
                <a:spcPct val="100000"/>
              </a:lnSpc>
              <a:spcBef>
                <a:spcPts val="0"/>
              </a:spcBef>
              <a:spcAft>
                <a:spcPts val="0"/>
              </a:spcAft>
              <a:buClr>
                <a:srgbClr val="FFFFFF"/>
              </a:buClr>
              <a:buSzPts val="1800"/>
              <a:buNone/>
              <a:defRPr/>
            </a:lvl2pPr>
            <a:lvl3pPr lvl="2" algn="ctr">
              <a:lnSpc>
                <a:spcPct val="100000"/>
              </a:lnSpc>
              <a:spcBef>
                <a:spcPts val="0"/>
              </a:spcBef>
              <a:spcAft>
                <a:spcPts val="0"/>
              </a:spcAft>
              <a:buClr>
                <a:srgbClr val="FFFFFF"/>
              </a:buClr>
              <a:buSzPts val="1800"/>
              <a:buNone/>
              <a:defRPr/>
            </a:lvl3pPr>
            <a:lvl4pPr lvl="3" algn="ctr">
              <a:lnSpc>
                <a:spcPct val="100000"/>
              </a:lnSpc>
              <a:spcBef>
                <a:spcPts val="0"/>
              </a:spcBef>
              <a:spcAft>
                <a:spcPts val="0"/>
              </a:spcAft>
              <a:buClr>
                <a:srgbClr val="FFFFFF"/>
              </a:buClr>
              <a:buSzPts val="1800"/>
              <a:buNone/>
              <a:defRPr/>
            </a:lvl4pPr>
            <a:lvl5pPr lvl="4" algn="ctr">
              <a:lnSpc>
                <a:spcPct val="100000"/>
              </a:lnSpc>
              <a:spcBef>
                <a:spcPts val="0"/>
              </a:spcBef>
              <a:spcAft>
                <a:spcPts val="0"/>
              </a:spcAft>
              <a:buClr>
                <a:srgbClr val="FFFFFF"/>
              </a:buClr>
              <a:buSzPts val="1800"/>
              <a:buNone/>
              <a:defRPr/>
            </a:lvl5pPr>
            <a:lvl6pPr lvl="5" algn="ctr">
              <a:lnSpc>
                <a:spcPct val="100000"/>
              </a:lnSpc>
              <a:spcBef>
                <a:spcPts val="0"/>
              </a:spcBef>
              <a:spcAft>
                <a:spcPts val="0"/>
              </a:spcAft>
              <a:buClr>
                <a:srgbClr val="FFFFFF"/>
              </a:buClr>
              <a:buSzPts val="1800"/>
              <a:buNone/>
              <a:defRPr/>
            </a:lvl6pPr>
            <a:lvl7pPr lvl="6" algn="ctr">
              <a:lnSpc>
                <a:spcPct val="100000"/>
              </a:lnSpc>
              <a:spcBef>
                <a:spcPts val="0"/>
              </a:spcBef>
              <a:spcAft>
                <a:spcPts val="0"/>
              </a:spcAft>
              <a:buClr>
                <a:srgbClr val="FFFFFF"/>
              </a:buClr>
              <a:buSzPts val="1800"/>
              <a:buNone/>
              <a:defRPr/>
            </a:lvl7pPr>
            <a:lvl8pPr lvl="7" algn="ctr">
              <a:lnSpc>
                <a:spcPct val="100000"/>
              </a:lnSpc>
              <a:spcBef>
                <a:spcPts val="0"/>
              </a:spcBef>
              <a:spcAft>
                <a:spcPts val="0"/>
              </a:spcAft>
              <a:buClr>
                <a:srgbClr val="FFFFFF"/>
              </a:buClr>
              <a:buSzPts val="1800"/>
              <a:buNone/>
              <a:defRPr/>
            </a:lvl8pPr>
            <a:lvl9pPr lvl="8" algn="ctr">
              <a:lnSpc>
                <a:spcPct val="100000"/>
              </a:lnSpc>
              <a:spcBef>
                <a:spcPts val="0"/>
              </a:spcBef>
              <a:spcAft>
                <a:spcPts val="0"/>
              </a:spcAft>
              <a:buClr>
                <a:srgbClr val="FFFFFF"/>
              </a:buClr>
              <a:buSzPts val="1800"/>
              <a:buNone/>
              <a:defRPr/>
            </a:lvl9pPr>
          </a:lstStyle>
          <a:p>
            <a:endParaRPr/>
          </a:p>
        </p:txBody>
      </p:sp>
      <p:sp>
        <p:nvSpPr>
          <p:cNvPr id="21" name="Google Shape;21;p42"/>
          <p:cNvSpPr txBox="1">
            <a:spLocks noGrp="1"/>
          </p:cNvSpPr>
          <p:nvPr>
            <p:ph type="body" idx="1"/>
          </p:nvPr>
        </p:nvSpPr>
        <p:spPr>
          <a:xfrm>
            <a:off x="952500" y="2590800"/>
            <a:ext cx="11099800" cy="6286500"/>
          </a:xfrm>
          <a:prstGeom prst="rect">
            <a:avLst/>
          </a:prstGeom>
          <a:noFill/>
          <a:ln>
            <a:noFill/>
          </a:ln>
        </p:spPr>
        <p:txBody>
          <a:bodyPr spcFirstLastPara="1" wrap="square" lIns="50800" tIns="50800" rIns="50800" bIns="50800" anchor="ctr" anchorCtr="0">
            <a:normAutofit/>
          </a:bodyPr>
          <a:lstStyle>
            <a:lvl1pPr marL="457200" lvl="0" indent="-394335" algn="l">
              <a:lnSpc>
                <a:spcPct val="100000"/>
              </a:lnSpc>
              <a:spcBef>
                <a:spcPts val="4200"/>
              </a:spcBef>
              <a:spcAft>
                <a:spcPts val="0"/>
              </a:spcAft>
              <a:buClr>
                <a:srgbClr val="FFFFFF"/>
              </a:buClr>
              <a:buSzPts val="2610"/>
              <a:buChar char="•"/>
              <a:defRPr/>
            </a:lvl1pPr>
            <a:lvl2pPr marL="914400" lvl="1" indent="-394335" algn="l">
              <a:lnSpc>
                <a:spcPct val="100000"/>
              </a:lnSpc>
              <a:spcBef>
                <a:spcPts val="4200"/>
              </a:spcBef>
              <a:spcAft>
                <a:spcPts val="0"/>
              </a:spcAft>
              <a:buClr>
                <a:srgbClr val="FFFFFF"/>
              </a:buClr>
              <a:buSzPts val="2610"/>
              <a:buChar char="•"/>
              <a:defRPr/>
            </a:lvl2pPr>
            <a:lvl3pPr marL="1371600" lvl="2" indent="-394335" algn="l">
              <a:lnSpc>
                <a:spcPct val="100000"/>
              </a:lnSpc>
              <a:spcBef>
                <a:spcPts val="4200"/>
              </a:spcBef>
              <a:spcAft>
                <a:spcPts val="0"/>
              </a:spcAft>
              <a:buClr>
                <a:srgbClr val="FFFFFF"/>
              </a:buClr>
              <a:buSzPts val="2610"/>
              <a:buChar char="•"/>
              <a:defRPr/>
            </a:lvl3pPr>
            <a:lvl4pPr marL="1828800" lvl="3" indent="-394335" algn="l">
              <a:lnSpc>
                <a:spcPct val="100000"/>
              </a:lnSpc>
              <a:spcBef>
                <a:spcPts val="4200"/>
              </a:spcBef>
              <a:spcAft>
                <a:spcPts val="0"/>
              </a:spcAft>
              <a:buClr>
                <a:srgbClr val="FFFFFF"/>
              </a:buClr>
              <a:buSzPts val="2610"/>
              <a:buChar char="•"/>
              <a:defRPr/>
            </a:lvl4pPr>
            <a:lvl5pPr marL="2286000" lvl="4" indent="-394335" algn="l">
              <a:lnSpc>
                <a:spcPct val="100000"/>
              </a:lnSpc>
              <a:spcBef>
                <a:spcPts val="4200"/>
              </a:spcBef>
              <a:spcAft>
                <a:spcPts val="0"/>
              </a:spcAft>
              <a:buClr>
                <a:srgbClr val="FFFFFF"/>
              </a:buClr>
              <a:buSzPts val="2610"/>
              <a:buChar char="•"/>
              <a:defRPr/>
            </a:lvl5pPr>
            <a:lvl6pPr marL="2743200" lvl="5" indent="-394335" algn="l">
              <a:lnSpc>
                <a:spcPct val="100000"/>
              </a:lnSpc>
              <a:spcBef>
                <a:spcPts val="4200"/>
              </a:spcBef>
              <a:spcAft>
                <a:spcPts val="0"/>
              </a:spcAft>
              <a:buClr>
                <a:srgbClr val="FFFFFF"/>
              </a:buClr>
              <a:buSzPts val="2610"/>
              <a:buChar char="•"/>
              <a:defRPr/>
            </a:lvl6pPr>
            <a:lvl7pPr marL="3200400" lvl="6" indent="-394335" algn="l">
              <a:lnSpc>
                <a:spcPct val="100000"/>
              </a:lnSpc>
              <a:spcBef>
                <a:spcPts val="4200"/>
              </a:spcBef>
              <a:spcAft>
                <a:spcPts val="0"/>
              </a:spcAft>
              <a:buClr>
                <a:srgbClr val="FFFFFF"/>
              </a:buClr>
              <a:buSzPts val="2610"/>
              <a:buChar char="•"/>
              <a:defRPr/>
            </a:lvl7pPr>
            <a:lvl8pPr marL="3657600" lvl="7" indent="-394334" algn="l">
              <a:lnSpc>
                <a:spcPct val="100000"/>
              </a:lnSpc>
              <a:spcBef>
                <a:spcPts val="4200"/>
              </a:spcBef>
              <a:spcAft>
                <a:spcPts val="0"/>
              </a:spcAft>
              <a:buClr>
                <a:srgbClr val="FFFFFF"/>
              </a:buClr>
              <a:buSzPts val="2610"/>
              <a:buChar char="•"/>
              <a:defRPr/>
            </a:lvl8pPr>
            <a:lvl9pPr marL="4114800" lvl="8" indent="-394334" algn="l">
              <a:lnSpc>
                <a:spcPct val="100000"/>
              </a:lnSpc>
              <a:spcBef>
                <a:spcPts val="4200"/>
              </a:spcBef>
              <a:spcAft>
                <a:spcPts val="0"/>
              </a:spcAft>
              <a:buClr>
                <a:srgbClr val="FFFFFF"/>
              </a:buClr>
              <a:buSzPts val="2610"/>
              <a:buChar char="•"/>
              <a:defRPr/>
            </a:lvl9pPr>
          </a:lstStyle>
          <a:p>
            <a:endParaRPr/>
          </a:p>
        </p:txBody>
      </p:sp>
      <p:sp>
        <p:nvSpPr>
          <p:cNvPr id="22" name="Google Shape;22;p42"/>
          <p:cNvSpPr txBox="1">
            <a:spLocks noGrp="1"/>
          </p:cNvSpPr>
          <p:nvPr>
            <p:ph type="sldNum" idx="12"/>
          </p:nvPr>
        </p:nvSpPr>
        <p:spPr>
          <a:xfrm>
            <a:off x="6328884" y="9296400"/>
            <a:ext cx="340259" cy="324306"/>
          </a:xfrm>
          <a:prstGeom prst="rect">
            <a:avLst/>
          </a:prstGeom>
          <a:noFill/>
          <a:ln>
            <a:noFill/>
          </a:ln>
        </p:spPr>
        <p:txBody>
          <a:bodyPr spcFirstLastPara="1" wrap="square" lIns="50800" tIns="50800" rIns="50800" bIns="50800" anchor="t" anchorCtr="0">
            <a:spAutoFit/>
          </a:bodyPr>
          <a:lstStyle>
            <a:lvl1pPr marL="0" marR="0" lvl="0" indent="0" algn="ctr">
              <a:lnSpc>
                <a:spcPct val="100000"/>
              </a:lnSpc>
              <a:spcBef>
                <a:spcPts val="0"/>
              </a:spcBef>
              <a:spcAft>
                <a:spcPts val="0"/>
              </a:spcAft>
              <a:buClr>
                <a:srgbClr val="FFFFFF"/>
              </a:buClr>
              <a:buSzPts val="1600"/>
              <a:buFont typeface="Helvetica Neue Light"/>
              <a:buNone/>
              <a:defRPr sz="1600" b="0" i="0" u="none" strike="noStrike" cap="none">
                <a:solidFill>
                  <a:srgbClr val="FFFFFF"/>
                </a:solidFill>
                <a:latin typeface="Helvetica Neue Light"/>
                <a:ea typeface="Helvetica Neue Light"/>
                <a:cs typeface="Helvetica Neue Light"/>
                <a:sym typeface="Helvetica Neue Light"/>
              </a:defRPr>
            </a:lvl1pPr>
            <a:lvl2pPr marL="0" marR="0" lvl="1" indent="0" algn="ctr">
              <a:lnSpc>
                <a:spcPct val="100000"/>
              </a:lnSpc>
              <a:spcBef>
                <a:spcPts val="0"/>
              </a:spcBef>
              <a:spcAft>
                <a:spcPts val="0"/>
              </a:spcAft>
              <a:buClr>
                <a:srgbClr val="FFFFFF"/>
              </a:buClr>
              <a:buSzPts val="1600"/>
              <a:buFont typeface="Helvetica Neue Light"/>
              <a:buNone/>
              <a:defRPr sz="1600" b="0" i="0" u="none" strike="noStrike" cap="none">
                <a:solidFill>
                  <a:srgbClr val="FFFFFF"/>
                </a:solidFill>
                <a:latin typeface="Helvetica Neue Light"/>
                <a:ea typeface="Helvetica Neue Light"/>
                <a:cs typeface="Helvetica Neue Light"/>
                <a:sym typeface="Helvetica Neue Light"/>
              </a:defRPr>
            </a:lvl2pPr>
            <a:lvl3pPr marL="0" marR="0" lvl="2" indent="0" algn="ctr">
              <a:lnSpc>
                <a:spcPct val="100000"/>
              </a:lnSpc>
              <a:spcBef>
                <a:spcPts val="0"/>
              </a:spcBef>
              <a:spcAft>
                <a:spcPts val="0"/>
              </a:spcAft>
              <a:buClr>
                <a:srgbClr val="FFFFFF"/>
              </a:buClr>
              <a:buSzPts val="1600"/>
              <a:buFont typeface="Helvetica Neue Light"/>
              <a:buNone/>
              <a:defRPr sz="1600" b="0" i="0" u="none" strike="noStrike" cap="none">
                <a:solidFill>
                  <a:srgbClr val="FFFFFF"/>
                </a:solidFill>
                <a:latin typeface="Helvetica Neue Light"/>
                <a:ea typeface="Helvetica Neue Light"/>
                <a:cs typeface="Helvetica Neue Light"/>
                <a:sym typeface="Helvetica Neue Light"/>
              </a:defRPr>
            </a:lvl3pPr>
            <a:lvl4pPr marL="0" marR="0" lvl="3" indent="0" algn="ctr">
              <a:lnSpc>
                <a:spcPct val="100000"/>
              </a:lnSpc>
              <a:spcBef>
                <a:spcPts val="0"/>
              </a:spcBef>
              <a:spcAft>
                <a:spcPts val="0"/>
              </a:spcAft>
              <a:buClr>
                <a:srgbClr val="FFFFFF"/>
              </a:buClr>
              <a:buSzPts val="1600"/>
              <a:buFont typeface="Helvetica Neue Light"/>
              <a:buNone/>
              <a:defRPr sz="1600" b="0" i="0" u="none" strike="noStrike" cap="none">
                <a:solidFill>
                  <a:srgbClr val="FFFFFF"/>
                </a:solidFill>
                <a:latin typeface="Helvetica Neue Light"/>
                <a:ea typeface="Helvetica Neue Light"/>
                <a:cs typeface="Helvetica Neue Light"/>
                <a:sym typeface="Helvetica Neue Light"/>
              </a:defRPr>
            </a:lvl4pPr>
            <a:lvl5pPr marL="0" marR="0" lvl="4" indent="0" algn="ctr">
              <a:lnSpc>
                <a:spcPct val="100000"/>
              </a:lnSpc>
              <a:spcBef>
                <a:spcPts val="0"/>
              </a:spcBef>
              <a:spcAft>
                <a:spcPts val="0"/>
              </a:spcAft>
              <a:buClr>
                <a:srgbClr val="FFFFFF"/>
              </a:buClr>
              <a:buSzPts val="1600"/>
              <a:buFont typeface="Helvetica Neue Light"/>
              <a:buNone/>
              <a:defRPr sz="1600" b="0" i="0" u="none" strike="noStrike" cap="none">
                <a:solidFill>
                  <a:srgbClr val="FFFFFF"/>
                </a:solidFill>
                <a:latin typeface="Helvetica Neue Light"/>
                <a:ea typeface="Helvetica Neue Light"/>
                <a:cs typeface="Helvetica Neue Light"/>
                <a:sym typeface="Helvetica Neue Light"/>
              </a:defRPr>
            </a:lvl5pPr>
            <a:lvl6pPr marL="0" marR="0" lvl="5" indent="0" algn="ctr">
              <a:lnSpc>
                <a:spcPct val="100000"/>
              </a:lnSpc>
              <a:spcBef>
                <a:spcPts val="0"/>
              </a:spcBef>
              <a:spcAft>
                <a:spcPts val="0"/>
              </a:spcAft>
              <a:buClr>
                <a:srgbClr val="FFFFFF"/>
              </a:buClr>
              <a:buSzPts val="1600"/>
              <a:buFont typeface="Helvetica Neue Light"/>
              <a:buNone/>
              <a:defRPr sz="1600" b="0" i="0" u="none" strike="noStrike" cap="none">
                <a:solidFill>
                  <a:srgbClr val="FFFFFF"/>
                </a:solidFill>
                <a:latin typeface="Helvetica Neue Light"/>
                <a:ea typeface="Helvetica Neue Light"/>
                <a:cs typeface="Helvetica Neue Light"/>
                <a:sym typeface="Helvetica Neue Light"/>
              </a:defRPr>
            </a:lvl6pPr>
            <a:lvl7pPr marL="0" marR="0" lvl="6" indent="0" algn="ctr">
              <a:lnSpc>
                <a:spcPct val="100000"/>
              </a:lnSpc>
              <a:spcBef>
                <a:spcPts val="0"/>
              </a:spcBef>
              <a:spcAft>
                <a:spcPts val="0"/>
              </a:spcAft>
              <a:buClr>
                <a:srgbClr val="FFFFFF"/>
              </a:buClr>
              <a:buSzPts val="1600"/>
              <a:buFont typeface="Helvetica Neue Light"/>
              <a:buNone/>
              <a:defRPr sz="1600" b="0" i="0" u="none" strike="noStrike" cap="none">
                <a:solidFill>
                  <a:srgbClr val="FFFFFF"/>
                </a:solidFill>
                <a:latin typeface="Helvetica Neue Light"/>
                <a:ea typeface="Helvetica Neue Light"/>
                <a:cs typeface="Helvetica Neue Light"/>
                <a:sym typeface="Helvetica Neue Light"/>
              </a:defRPr>
            </a:lvl7pPr>
            <a:lvl8pPr marL="0" marR="0" lvl="7" indent="0" algn="ctr">
              <a:lnSpc>
                <a:spcPct val="100000"/>
              </a:lnSpc>
              <a:spcBef>
                <a:spcPts val="0"/>
              </a:spcBef>
              <a:spcAft>
                <a:spcPts val="0"/>
              </a:spcAft>
              <a:buClr>
                <a:srgbClr val="FFFFFF"/>
              </a:buClr>
              <a:buSzPts val="1600"/>
              <a:buFont typeface="Helvetica Neue Light"/>
              <a:buNone/>
              <a:defRPr sz="1600" b="0" i="0" u="none" strike="noStrike" cap="none">
                <a:solidFill>
                  <a:srgbClr val="FFFFFF"/>
                </a:solidFill>
                <a:latin typeface="Helvetica Neue Light"/>
                <a:ea typeface="Helvetica Neue Light"/>
                <a:cs typeface="Helvetica Neue Light"/>
                <a:sym typeface="Helvetica Neue Light"/>
              </a:defRPr>
            </a:lvl8pPr>
            <a:lvl9pPr marL="0" marR="0" lvl="8" indent="0" algn="ctr">
              <a:lnSpc>
                <a:spcPct val="100000"/>
              </a:lnSpc>
              <a:spcBef>
                <a:spcPts val="0"/>
              </a:spcBef>
              <a:spcAft>
                <a:spcPts val="0"/>
              </a:spcAft>
              <a:buClr>
                <a:srgbClr val="FFFFFF"/>
              </a:buClr>
              <a:buSzPts val="1600"/>
              <a:buFont typeface="Helvetica Neue Light"/>
              <a:buNone/>
              <a:defRPr sz="1600" b="0" i="0" u="none" strike="noStrike" cap="none">
                <a:solidFill>
                  <a:srgbClr val="FFFFFF"/>
                </a:solidFill>
                <a:latin typeface="Helvetica Neue Light"/>
                <a:ea typeface="Helvetica Neue Light"/>
                <a:cs typeface="Helvetica Neue Light"/>
                <a:sym typeface="Helvetica Neue Light"/>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mp; Bullets">
  <p:cSld name="Title &amp; Bullets 2">
    <p:bg>
      <p:bgPr>
        <a:solidFill>
          <a:srgbClr val="FFFFFF"/>
        </a:solidFill>
        <a:effectLst/>
      </p:bgPr>
    </p:bg>
    <p:spTree>
      <p:nvGrpSpPr>
        <p:cNvPr id="1" name="Shape 23"/>
        <p:cNvGrpSpPr/>
        <p:nvPr/>
      </p:nvGrpSpPr>
      <p:grpSpPr>
        <a:xfrm>
          <a:off x="0" y="0"/>
          <a:ext cx="0" cy="0"/>
          <a:chOff x="0" y="0"/>
          <a:chExt cx="0" cy="0"/>
        </a:xfrm>
      </p:grpSpPr>
      <p:cxnSp>
        <p:nvCxnSpPr>
          <p:cNvPr id="24" name="Google Shape;24;p43"/>
          <p:cNvCxnSpPr/>
          <p:nvPr/>
        </p:nvCxnSpPr>
        <p:spPr>
          <a:xfrm>
            <a:off x="647700" y="1968500"/>
            <a:ext cx="11709400" cy="127"/>
          </a:xfrm>
          <a:prstGeom prst="straightConnector1">
            <a:avLst/>
          </a:prstGeom>
          <a:noFill/>
          <a:ln w="12700" cap="flat" cmpd="sng">
            <a:solidFill>
              <a:srgbClr val="9A9A9A"/>
            </a:solidFill>
            <a:prstDash val="solid"/>
            <a:miter lim="400000"/>
            <a:headEnd type="none" w="sm" len="sm"/>
            <a:tailEnd type="none" w="sm" len="sm"/>
          </a:ln>
        </p:spPr>
      </p:cxnSp>
      <p:sp>
        <p:nvSpPr>
          <p:cNvPr id="25" name="Google Shape;25;p43"/>
          <p:cNvSpPr txBox="1">
            <a:spLocks noGrp="1"/>
          </p:cNvSpPr>
          <p:nvPr>
            <p:ph type="title"/>
          </p:nvPr>
        </p:nvSpPr>
        <p:spPr>
          <a:xfrm>
            <a:off x="571500" y="330200"/>
            <a:ext cx="11861800" cy="1397000"/>
          </a:xfrm>
          <a:prstGeom prst="rect">
            <a:avLst/>
          </a:prstGeom>
          <a:noFill/>
          <a:ln>
            <a:noFill/>
          </a:ln>
        </p:spPr>
        <p:txBody>
          <a:bodyPr spcFirstLastPara="1" wrap="square" lIns="50800" tIns="50800" rIns="50800" bIns="50800" anchor="b" anchorCtr="0">
            <a:noAutofit/>
          </a:bodyPr>
          <a:lstStyle>
            <a:lvl1pPr lvl="0" algn="l">
              <a:lnSpc>
                <a:spcPct val="100000"/>
              </a:lnSpc>
              <a:spcBef>
                <a:spcPts val="0"/>
              </a:spcBef>
              <a:spcAft>
                <a:spcPts val="0"/>
              </a:spcAft>
              <a:buClr>
                <a:srgbClr val="000000"/>
              </a:buClr>
              <a:buSzPts val="4200"/>
              <a:buFont typeface="Helvetica Neue Light"/>
              <a:buNone/>
              <a:defRPr sz="4200">
                <a:solidFill>
                  <a:srgbClr val="000000"/>
                </a:solidFill>
                <a:latin typeface="Helvetica Neue Light"/>
                <a:ea typeface="Helvetica Neue Light"/>
                <a:cs typeface="Helvetica Neue Light"/>
                <a:sym typeface="Helvetica Neue Light"/>
              </a:defRPr>
            </a:lvl1pPr>
            <a:lvl2pPr lvl="1" algn="ctr">
              <a:lnSpc>
                <a:spcPct val="100000"/>
              </a:lnSpc>
              <a:spcBef>
                <a:spcPts val="0"/>
              </a:spcBef>
              <a:spcAft>
                <a:spcPts val="0"/>
              </a:spcAft>
              <a:buClr>
                <a:srgbClr val="FFFFFF"/>
              </a:buClr>
              <a:buSzPts val="1800"/>
              <a:buNone/>
              <a:defRPr/>
            </a:lvl2pPr>
            <a:lvl3pPr lvl="2" algn="ctr">
              <a:lnSpc>
                <a:spcPct val="100000"/>
              </a:lnSpc>
              <a:spcBef>
                <a:spcPts val="0"/>
              </a:spcBef>
              <a:spcAft>
                <a:spcPts val="0"/>
              </a:spcAft>
              <a:buClr>
                <a:srgbClr val="FFFFFF"/>
              </a:buClr>
              <a:buSzPts val="1800"/>
              <a:buNone/>
              <a:defRPr/>
            </a:lvl3pPr>
            <a:lvl4pPr lvl="3" algn="ctr">
              <a:lnSpc>
                <a:spcPct val="100000"/>
              </a:lnSpc>
              <a:spcBef>
                <a:spcPts val="0"/>
              </a:spcBef>
              <a:spcAft>
                <a:spcPts val="0"/>
              </a:spcAft>
              <a:buClr>
                <a:srgbClr val="FFFFFF"/>
              </a:buClr>
              <a:buSzPts val="1800"/>
              <a:buNone/>
              <a:defRPr/>
            </a:lvl4pPr>
            <a:lvl5pPr lvl="4" algn="ctr">
              <a:lnSpc>
                <a:spcPct val="100000"/>
              </a:lnSpc>
              <a:spcBef>
                <a:spcPts val="0"/>
              </a:spcBef>
              <a:spcAft>
                <a:spcPts val="0"/>
              </a:spcAft>
              <a:buClr>
                <a:srgbClr val="FFFFFF"/>
              </a:buClr>
              <a:buSzPts val="1800"/>
              <a:buNone/>
              <a:defRPr/>
            </a:lvl5pPr>
            <a:lvl6pPr lvl="5" algn="ctr">
              <a:lnSpc>
                <a:spcPct val="100000"/>
              </a:lnSpc>
              <a:spcBef>
                <a:spcPts val="0"/>
              </a:spcBef>
              <a:spcAft>
                <a:spcPts val="0"/>
              </a:spcAft>
              <a:buClr>
                <a:srgbClr val="FFFFFF"/>
              </a:buClr>
              <a:buSzPts val="1800"/>
              <a:buNone/>
              <a:defRPr/>
            </a:lvl6pPr>
            <a:lvl7pPr lvl="6" algn="ctr">
              <a:lnSpc>
                <a:spcPct val="100000"/>
              </a:lnSpc>
              <a:spcBef>
                <a:spcPts val="0"/>
              </a:spcBef>
              <a:spcAft>
                <a:spcPts val="0"/>
              </a:spcAft>
              <a:buClr>
                <a:srgbClr val="FFFFFF"/>
              </a:buClr>
              <a:buSzPts val="1800"/>
              <a:buNone/>
              <a:defRPr/>
            </a:lvl7pPr>
            <a:lvl8pPr lvl="7" algn="ctr">
              <a:lnSpc>
                <a:spcPct val="100000"/>
              </a:lnSpc>
              <a:spcBef>
                <a:spcPts val="0"/>
              </a:spcBef>
              <a:spcAft>
                <a:spcPts val="0"/>
              </a:spcAft>
              <a:buClr>
                <a:srgbClr val="FFFFFF"/>
              </a:buClr>
              <a:buSzPts val="1800"/>
              <a:buNone/>
              <a:defRPr/>
            </a:lvl8pPr>
            <a:lvl9pPr lvl="8" algn="ctr">
              <a:lnSpc>
                <a:spcPct val="100000"/>
              </a:lnSpc>
              <a:spcBef>
                <a:spcPts val="0"/>
              </a:spcBef>
              <a:spcAft>
                <a:spcPts val="0"/>
              </a:spcAft>
              <a:buClr>
                <a:srgbClr val="FFFFFF"/>
              </a:buClr>
              <a:buSzPts val="1800"/>
              <a:buNone/>
              <a:defRPr/>
            </a:lvl9pPr>
          </a:lstStyle>
          <a:p>
            <a:endParaRPr/>
          </a:p>
        </p:txBody>
      </p:sp>
      <p:sp>
        <p:nvSpPr>
          <p:cNvPr id="26" name="Google Shape;26;p43"/>
          <p:cNvSpPr txBox="1">
            <a:spLocks noGrp="1"/>
          </p:cNvSpPr>
          <p:nvPr>
            <p:ph type="body" idx="1"/>
          </p:nvPr>
        </p:nvSpPr>
        <p:spPr>
          <a:xfrm>
            <a:off x="571500" y="2324100"/>
            <a:ext cx="11861800" cy="6565900"/>
          </a:xfrm>
          <a:prstGeom prst="rect">
            <a:avLst/>
          </a:prstGeom>
          <a:noFill/>
          <a:ln>
            <a:noFill/>
          </a:ln>
        </p:spPr>
        <p:txBody>
          <a:bodyPr spcFirstLastPara="1" wrap="square" lIns="50800" tIns="50800" rIns="50800" bIns="50800" anchor="t" anchorCtr="0">
            <a:noAutofit/>
          </a:bodyPr>
          <a:lstStyle>
            <a:lvl1pPr marL="457200" lvl="0" indent="-393700" algn="l">
              <a:lnSpc>
                <a:spcPct val="100000"/>
              </a:lnSpc>
              <a:spcBef>
                <a:spcPts val="4800"/>
              </a:spcBef>
              <a:spcAft>
                <a:spcPts val="0"/>
              </a:spcAft>
              <a:buClr>
                <a:srgbClr val="747474"/>
              </a:buClr>
              <a:buSzPts val="2600"/>
              <a:buFont typeface="Helvetica Neue"/>
              <a:buChar char="•"/>
              <a:defRPr sz="2600">
                <a:solidFill>
                  <a:srgbClr val="747474"/>
                </a:solidFill>
              </a:defRPr>
            </a:lvl1pPr>
            <a:lvl2pPr marL="914400" lvl="1" indent="-393700" algn="l">
              <a:lnSpc>
                <a:spcPct val="100000"/>
              </a:lnSpc>
              <a:spcBef>
                <a:spcPts val="4800"/>
              </a:spcBef>
              <a:spcAft>
                <a:spcPts val="0"/>
              </a:spcAft>
              <a:buClr>
                <a:srgbClr val="747474"/>
              </a:buClr>
              <a:buSzPts val="2600"/>
              <a:buFont typeface="Helvetica Neue"/>
              <a:buChar char="•"/>
              <a:defRPr sz="2600">
                <a:solidFill>
                  <a:srgbClr val="747474"/>
                </a:solidFill>
              </a:defRPr>
            </a:lvl2pPr>
            <a:lvl3pPr marL="1371600" lvl="2" indent="-393700" algn="l">
              <a:lnSpc>
                <a:spcPct val="100000"/>
              </a:lnSpc>
              <a:spcBef>
                <a:spcPts val="4800"/>
              </a:spcBef>
              <a:spcAft>
                <a:spcPts val="0"/>
              </a:spcAft>
              <a:buClr>
                <a:srgbClr val="747474"/>
              </a:buClr>
              <a:buSzPts val="2600"/>
              <a:buFont typeface="Helvetica Neue"/>
              <a:buChar char="•"/>
              <a:defRPr sz="2600">
                <a:solidFill>
                  <a:srgbClr val="747474"/>
                </a:solidFill>
              </a:defRPr>
            </a:lvl3pPr>
            <a:lvl4pPr marL="1828800" lvl="3" indent="-393700" algn="l">
              <a:lnSpc>
                <a:spcPct val="100000"/>
              </a:lnSpc>
              <a:spcBef>
                <a:spcPts val="4800"/>
              </a:spcBef>
              <a:spcAft>
                <a:spcPts val="0"/>
              </a:spcAft>
              <a:buClr>
                <a:srgbClr val="747474"/>
              </a:buClr>
              <a:buSzPts val="2600"/>
              <a:buFont typeface="Helvetica Neue"/>
              <a:buChar char="•"/>
              <a:defRPr sz="2600">
                <a:solidFill>
                  <a:srgbClr val="747474"/>
                </a:solidFill>
              </a:defRPr>
            </a:lvl4pPr>
            <a:lvl5pPr marL="2286000" lvl="4" indent="-393700" algn="l">
              <a:lnSpc>
                <a:spcPct val="100000"/>
              </a:lnSpc>
              <a:spcBef>
                <a:spcPts val="4800"/>
              </a:spcBef>
              <a:spcAft>
                <a:spcPts val="0"/>
              </a:spcAft>
              <a:buClr>
                <a:srgbClr val="747474"/>
              </a:buClr>
              <a:buSzPts val="2600"/>
              <a:buFont typeface="Helvetica Neue"/>
              <a:buChar char="•"/>
              <a:defRPr sz="2600">
                <a:solidFill>
                  <a:srgbClr val="747474"/>
                </a:solidFill>
              </a:defRPr>
            </a:lvl5pPr>
            <a:lvl6pPr marL="2743200" lvl="5" indent="-394335" algn="l">
              <a:lnSpc>
                <a:spcPct val="100000"/>
              </a:lnSpc>
              <a:spcBef>
                <a:spcPts val="4200"/>
              </a:spcBef>
              <a:spcAft>
                <a:spcPts val="0"/>
              </a:spcAft>
              <a:buClr>
                <a:srgbClr val="FFFFFF"/>
              </a:buClr>
              <a:buSzPts val="2610"/>
              <a:buChar char="•"/>
              <a:defRPr/>
            </a:lvl6pPr>
            <a:lvl7pPr marL="3200400" lvl="6" indent="-394335" algn="l">
              <a:lnSpc>
                <a:spcPct val="100000"/>
              </a:lnSpc>
              <a:spcBef>
                <a:spcPts val="4200"/>
              </a:spcBef>
              <a:spcAft>
                <a:spcPts val="0"/>
              </a:spcAft>
              <a:buClr>
                <a:srgbClr val="FFFFFF"/>
              </a:buClr>
              <a:buSzPts val="2610"/>
              <a:buChar char="•"/>
              <a:defRPr/>
            </a:lvl7pPr>
            <a:lvl8pPr marL="3657600" lvl="7" indent="-394334" algn="l">
              <a:lnSpc>
                <a:spcPct val="100000"/>
              </a:lnSpc>
              <a:spcBef>
                <a:spcPts val="4200"/>
              </a:spcBef>
              <a:spcAft>
                <a:spcPts val="0"/>
              </a:spcAft>
              <a:buClr>
                <a:srgbClr val="FFFFFF"/>
              </a:buClr>
              <a:buSzPts val="2610"/>
              <a:buChar char="•"/>
              <a:defRPr/>
            </a:lvl8pPr>
            <a:lvl9pPr marL="4114800" lvl="8" indent="-394334" algn="l">
              <a:lnSpc>
                <a:spcPct val="100000"/>
              </a:lnSpc>
              <a:spcBef>
                <a:spcPts val="4200"/>
              </a:spcBef>
              <a:spcAft>
                <a:spcPts val="0"/>
              </a:spcAft>
              <a:buClr>
                <a:srgbClr val="FFFFFF"/>
              </a:buClr>
              <a:buSzPts val="2610"/>
              <a:buChar char="•"/>
              <a:defRPr/>
            </a:lvl9pPr>
          </a:lstStyle>
          <a:p>
            <a:endParaRPr/>
          </a:p>
        </p:txBody>
      </p:sp>
      <p:sp>
        <p:nvSpPr>
          <p:cNvPr id="27" name="Google Shape;27;p43"/>
          <p:cNvSpPr txBox="1">
            <a:spLocks noGrp="1"/>
          </p:cNvSpPr>
          <p:nvPr>
            <p:ph type="sldNum" idx="12"/>
          </p:nvPr>
        </p:nvSpPr>
        <p:spPr>
          <a:xfrm>
            <a:off x="12268199" y="9194800"/>
            <a:ext cx="312015" cy="299822"/>
          </a:xfrm>
          <a:prstGeom prst="rect">
            <a:avLst/>
          </a:prstGeom>
          <a:noFill/>
          <a:ln>
            <a:noFill/>
          </a:ln>
        </p:spPr>
        <p:txBody>
          <a:bodyPr spcFirstLastPara="1" wrap="square" lIns="50800" tIns="50800" rIns="50800" bIns="50800" anchor="t" anchorCtr="0">
            <a:spAutoFit/>
          </a:bodyPr>
          <a:lstStyle>
            <a:lvl1pPr marL="0" marR="0" lvl="0" indent="0" algn="r">
              <a:lnSpc>
                <a:spcPct val="100000"/>
              </a:lnSpc>
              <a:spcBef>
                <a:spcPts val="0"/>
              </a:spcBef>
              <a:spcAft>
                <a:spcPts val="0"/>
              </a:spcAft>
              <a:buClr>
                <a:srgbClr val="000000"/>
              </a:buClr>
              <a:buSzPts val="1400"/>
              <a:buFont typeface="Helvetica Neue"/>
              <a:buNone/>
              <a:defRPr sz="1400" b="0" i="0" u="none" strike="noStrike" cap="none">
                <a:solidFill>
                  <a:srgbClr val="000000"/>
                </a:solidFill>
                <a:latin typeface="Helvetica Neue"/>
                <a:ea typeface="Helvetica Neue"/>
                <a:cs typeface="Helvetica Neue"/>
                <a:sym typeface="Helvetica Neue"/>
              </a:defRPr>
            </a:lvl1pPr>
            <a:lvl2pPr marL="0" marR="0" lvl="1" indent="0" algn="r">
              <a:lnSpc>
                <a:spcPct val="100000"/>
              </a:lnSpc>
              <a:spcBef>
                <a:spcPts val="0"/>
              </a:spcBef>
              <a:spcAft>
                <a:spcPts val="0"/>
              </a:spcAft>
              <a:buClr>
                <a:srgbClr val="000000"/>
              </a:buClr>
              <a:buSzPts val="1400"/>
              <a:buFont typeface="Helvetica Neue"/>
              <a:buNone/>
              <a:defRPr sz="1400" b="0" i="0" u="none" strike="noStrike" cap="none">
                <a:solidFill>
                  <a:srgbClr val="000000"/>
                </a:solidFill>
                <a:latin typeface="Helvetica Neue"/>
                <a:ea typeface="Helvetica Neue"/>
                <a:cs typeface="Helvetica Neue"/>
                <a:sym typeface="Helvetica Neue"/>
              </a:defRPr>
            </a:lvl2pPr>
            <a:lvl3pPr marL="0" marR="0" lvl="2" indent="0" algn="r">
              <a:lnSpc>
                <a:spcPct val="100000"/>
              </a:lnSpc>
              <a:spcBef>
                <a:spcPts val="0"/>
              </a:spcBef>
              <a:spcAft>
                <a:spcPts val="0"/>
              </a:spcAft>
              <a:buClr>
                <a:srgbClr val="000000"/>
              </a:buClr>
              <a:buSzPts val="1400"/>
              <a:buFont typeface="Helvetica Neue"/>
              <a:buNone/>
              <a:defRPr sz="1400" b="0" i="0" u="none" strike="noStrike" cap="none">
                <a:solidFill>
                  <a:srgbClr val="000000"/>
                </a:solidFill>
                <a:latin typeface="Helvetica Neue"/>
                <a:ea typeface="Helvetica Neue"/>
                <a:cs typeface="Helvetica Neue"/>
                <a:sym typeface="Helvetica Neue"/>
              </a:defRPr>
            </a:lvl3pPr>
            <a:lvl4pPr marL="0" marR="0" lvl="3" indent="0" algn="r">
              <a:lnSpc>
                <a:spcPct val="100000"/>
              </a:lnSpc>
              <a:spcBef>
                <a:spcPts val="0"/>
              </a:spcBef>
              <a:spcAft>
                <a:spcPts val="0"/>
              </a:spcAft>
              <a:buClr>
                <a:srgbClr val="000000"/>
              </a:buClr>
              <a:buSzPts val="1400"/>
              <a:buFont typeface="Helvetica Neue"/>
              <a:buNone/>
              <a:defRPr sz="1400" b="0" i="0" u="none" strike="noStrike" cap="none">
                <a:solidFill>
                  <a:srgbClr val="000000"/>
                </a:solidFill>
                <a:latin typeface="Helvetica Neue"/>
                <a:ea typeface="Helvetica Neue"/>
                <a:cs typeface="Helvetica Neue"/>
                <a:sym typeface="Helvetica Neue"/>
              </a:defRPr>
            </a:lvl4pPr>
            <a:lvl5pPr marL="0" marR="0" lvl="4" indent="0" algn="r">
              <a:lnSpc>
                <a:spcPct val="100000"/>
              </a:lnSpc>
              <a:spcBef>
                <a:spcPts val="0"/>
              </a:spcBef>
              <a:spcAft>
                <a:spcPts val="0"/>
              </a:spcAft>
              <a:buClr>
                <a:srgbClr val="000000"/>
              </a:buClr>
              <a:buSzPts val="1400"/>
              <a:buFont typeface="Helvetica Neue"/>
              <a:buNone/>
              <a:defRPr sz="1400" b="0" i="0" u="none" strike="noStrike" cap="none">
                <a:solidFill>
                  <a:srgbClr val="000000"/>
                </a:solidFill>
                <a:latin typeface="Helvetica Neue"/>
                <a:ea typeface="Helvetica Neue"/>
                <a:cs typeface="Helvetica Neue"/>
                <a:sym typeface="Helvetica Neue"/>
              </a:defRPr>
            </a:lvl5pPr>
            <a:lvl6pPr marL="0" marR="0" lvl="5" indent="0" algn="r">
              <a:lnSpc>
                <a:spcPct val="100000"/>
              </a:lnSpc>
              <a:spcBef>
                <a:spcPts val="0"/>
              </a:spcBef>
              <a:spcAft>
                <a:spcPts val="0"/>
              </a:spcAft>
              <a:buClr>
                <a:srgbClr val="000000"/>
              </a:buClr>
              <a:buSzPts val="1400"/>
              <a:buFont typeface="Helvetica Neue"/>
              <a:buNone/>
              <a:defRPr sz="1400" b="0" i="0" u="none" strike="noStrike" cap="none">
                <a:solidFill>
                  <a:srgbClr val="000000"/>
                </a:solidFill>
                <a:latin typeface="Helvetica Neue"/>
                <a:ea typeface="Helvetica Neue"/>
                <a:cs typeface="Helvetica Neue"/>
                <a:sym typeface="Helvetica Neue"/>
              </a:defRPr>
            </a:lvl6pPr>
            <a:lvl7pPr marL="0" marR="0" lvl="6" indent="0" algn="r">
              <a:lnSpc>
                <a:spcPct val="100000"/>
              </a:lnSpc>
              <a:spcBef>
                <a:spcPts val="0"/>
              </a:spcBef>
              <a:spcAft>
                <a:spcPts val="0"/>
              </a:spcAft>
              <a:buClr>
                <a:srgbClr val="000000"/>
              </a:buClr>
              <a:buSzPts val="1400"/>
              <a:buFont typeface="Helvetica Neue"/>
              <a:buNone/>
              <a:defRPr sz="1400" b="0" i="0" u="none" strike="noStrike" cap="none">
                <a:solidFill>
                  <a:srgbClr val="000000"/>
                </a:solidFill>
                <a:latin typeface="Helvetica Neue"/>
                <a:ea typeface="Helvetica Neue"/>
                <a:cs typeface="Helvetica Neue"/>
                <a:sym typeface="Helvetica Neue"/>
              </a:defRPr>
            </a:lvl7pPr>
            <a:lvl8pPr marL="0" marR="0" lvl="7" indent="0" algn="r">
              <a:lnSpc>
                <a:spcPct val="100000"/>
              </a:lnSpc>
              <a:spcBef>
                <a:spcPts val="0"/>
              </a:spcBef>
              <a:spcAft>
                <a:spcPts val="0"/>
              </a:spcAft>
              <a:buClr>
                <a:srgbClr val="000000"/>
              </a:buClr>
              <a:buSzPts val="1400"/>
              <a:buFont typeface="Helvetica Neue"/>
              <a:buNone/>
              <a:defRPr sz="1400" b="0" i="0" u="none" strike="noStrike" cap="none">
                <a:solidFill>
                  <a:srgbClr val="000000"/>
                </a:solidFill>
                <a:latin typeface="Helvetica Neue"/>
                <a:ea typeface="Helvetica Neue"/>
                <a:cs typeface="Helvetica Neue"/>
                <a:sym typeface="Helvetica Neue"/>
              </a:defRPr>
            </a:lvl8pPr>
            <a:lvl9pPr marL="0" marR="0" lvl="8" indent="0" algn="r">
              <a:lnSpc>
                <a:spcPct val="100000"/>
              </a:lnSpc>
              <a:spcBef>
                <a:spcPts val="0"/>
              </a:spcBef>
              <a:spcAft>
                <a:spcPts val="0"/>
              </a:spcAft>
              <a:buClr>
                <a:srgbClr val="000000"/>
              </a:buClr>
              <a:buSzPts val="1400"/>
              <a:buFont typeface="Helvetica Neue"/>
              <a:buNone/>
              <a:defRPr sz="1400" b="0" i="0" u="none" strike="noStrike" cap="none">
                <a:solidFill>
                  <a:srgbClr val="000000"/>
                </a:solidFill>
                <a:latin typeface="Helvetica Neue"/>
                <a:ea typeface="Helvetica Neue"/>
                <a:cs typeface="Helvetica Neue"/>
                <a:sym typeface="Helvetica Neu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amp; Subtitle">
  <p:cSld name="Title &amp; Subtitle">
    <p:spTree>
      <p:nvGrpSpPr>
        <p:cNvPr id="1" name="Shape 28"/>
        <p:cNvGrpSpPr/>
        <p:nvPr/>
      </p:nvGrpSpPr>
      <p:grpSpPr>
        <a:xfrm>
          <a:off x="0" y="0"/>
          <a:ext cx="0" cy="0"/>
          <a:chOff x="0" y="0"/>
          <a:chExt cx="0" cy="0"/>
        </a:xfrm>
      </p:grpSpPr>
      <p:sp>
        <p:nvSpPr>
          <p:cNvPr id="29" name="Google Shape;29;p44"/>
          <p:cNvSpPr txBox="1">
            <a:spLocks noGrp="1"/>
          </p:cNvSpPr>
          <p:nvPr>
            <p:ph type="title"/>
          </p:nvPr>
        </p:nvSpPr>
        <p:spPr>
          <a:xfrm>
            <a:off x="1270000" y="1638300"/>
            <a:ext cx="10464800" cy="3302000"/>
          </a:xfrm>
          <a:prstGeom prst="rect">
            <a:avLst/>
          </a:prstGeom>
          <a:noFill/>
          <a:ln>
            <a:noFill/>
          </a:ln>
        </p:spPr>
        <p:txBody>
          <a:bodyPr spcFirstLastPara="1" wrap="square" lIns="50800" tIns="50800" rIns="50800" bIns="50800" anchor="b" anchorCtr="0">
            <a:normAutofit/>
          </a:bodyPr>
          <a:lstStyle>
            <a:lvl1pPr lvl="0" algn="ctr">
              <a:lnSpc>
                <a:spcPct val="100000"/>
              </a:lnSpc>
              <a:spcBef>
                <a:spcPts val="0"/>
              </a:spcBef>
              <a:spcAft>
                <a:spcPts val="0"/>
              </a:spcAft>
              <a:buClr>
                <a:srgbClr val="FFFFFF"/>
              </a:buClr>
              <a:buSzPts val="1800"/>
              <a:buNone/>
              <a:defRPr/>
            </a:lvl1pPr>
            <a:lvl2pPr lvl="1" algn="ctr">
              <a:lnSpc>
                <a:spcPct val="100000"/>
              </a:lnSpc>
              <a:spcBef>
                <a:spcPts val="0"/>
              </a:spcBef>
              <a:spcAft>
                <a:spcPts val="0"/>
              </a:spcAft>
              <a:buClr>
                <a:srgbClr val="FFFFFF"/>
              </a:buClr>
              <a:buSzPts val="1800"/>
              <a:buNone/>
              <a:defRPr/>
            </a:lvl2pPr>
            <a:lvl3pPr lvl="2" algn="ctr">
              <a:lnSpc>
                <a:spcPct val="100000"/>
              </a:lnSpc>
              <a:spcBef>
                <a:spcPts val="0"/>
              </a:spcBef>
              <a:spcAft>
                <a:spcPts val="0"/>
              </a:spcAft>
              <a:buClr>
                <a:srgbClr val="FFFFFF"/>
              </a:buClr>
              <a:buSzPts val="1800"/>
              <a:buNone/>
              <a:defRPr/>
            </a:lvl3pPr>
            <a:lvl4pPr lvl="3" algn="ctr">
              <a:lnSpc>
                <a:spcPct val="100000"/>
              </a:lnSpc>
              <a:spcBef>
                <a:spcPts val="0"/>
              </a:spcBef>
              <a:spcAft>
                <a:spcPts val="0"/>
              </a:spcAft>
              <a:buClr>
                <a:srgbClr val="FFFFFF"/>
              </a:buClr>
              <a:buSzPts val="1800"/>
              <a:buNone/>
              <a:defRPr/>
            </a:lvl4pPr>
            <a:lvl5pPr lvl="4" algn="ctr">
              <a:lnSpc>
                <a:spcPct val="100000"/>
              </a:lnSpc>
              <a:spcBef>
                <a:spcPts val="0"/>
              </a:spcBef>
              <a:spcAft>
                <a:spcPts val="0"/>
              </a:spcAft>
              <a:buClr>
                <a:srgbClr val="FFFFFF"/>
              </a:buClr>
              <a:buSzPts val="1800"/>
              <a:buNone/>
              <a:defRPr/>
            </a:lvl5pPr>
            <a:lvl6pPr lvl="5" algn="ctr">
              <a:lnSpc>
                <a:spcPct val="100000"/>
              </a:lnSpc>
              <a:spcBef>
                <a:spcPts val="0"/>
              </a:spcBef>
              <a:spcAft>
                <a:spcPts val="0"/>
              </a:spcAft>
              <a:buClr>
                <a:srgbClr val="FFFFFF"/>
              </a:buClr>
              <a:buSzPts val="1800"/>
              <a:buNone/>
              <a:defRPr/>
            </a:lvl6pPr>
            <a:lvl7pPr lvl="6" algn="ctr">
              <a:lnSpc>
                <a:spcPct val="100000"/>
              </a:lnSpc>
              <a:spcBef>
                <a:spcPts val="0"/>
              </a:spcBef>
              <a:spcAft>
                <a:spcPts val="0"/>
              </a:spcAft>
              <a:buClr>
                <a:srgbClr val="FFFFFF"/>
              </a:buClr>
              <a:buSzPts val="1800"/>
              <a:buNone/>
              <a:defRPr/>
            </a:lvl7pPr>
            <a:lvl8pPr lvl="7" algn="ctr">
              <a:lnSpc>
                <a:spcPct val="100000"/>
              </a:lnSpc>
              <a:spcBef>
                <a:spcPts val="0"/>
              </a:spcBef>
              <a:spcAft>
                <a:spcPts val="0"/>
              </a:spcAft>
              <a:buClr>
                <a:srgbClr val="FFFFFF"/>
              </a:buClr>
              <a:buSzPts val="1800"/>
              <a:buNone/>
              <a:defRPr/>
            </a:lvl8pPr>
            <a:lvl9pPr lvl="8" algn="ctr">
              <a:lnSpc>
                <a:spcPct val="100000"/>
              </a:lnSpc>
              <a:spcBef>
                <a:spcPts val="0"/>
              </a:spcBef>
              <a:spcAft>
                <a:spcPts val="0"/>
              </a:spcAft>
              <a:buClr>
                <a:srgbClr val="FFFFFF"/>
              </a:buClr>
              <a:buSzPts val="1800"/>
              <a:buNone/>
              <a:defRPr/>
            </a:lvl9pPr>
          </a:lstStyle>
          <a:p>
            <a:endParaRPr/>
          </a:p>
        </p:txBody>
      </p:sp>
      <p:sp>
        <p:nvSpPr>
          <p:cNvPr id="30" name="Google Shape;30;p44"/>
          <p:cNvSpPr txBox="1">
            <a:spLocks noGrp="1"/>
          </p:cNvSpPr>
          <p:nvPr>
            <p:ph type="body" idx="1"/>
          </p:nvPr>
        </p:nvSpPr>
        <p:spPr>
          <a:xfrm>
            <a:off x="1270000" y="5029200"/>
            <a:ext cx="10464800" cy="1130300"/>
          </a:xfrm>
          <a:prstGeom prst="rect">
            <a:avLst/>
          </a:prstGeom>
          <a:noFill/>
          <a:ln>
            <a:noFill/>
          </a:ln>
        </p:spPr>
        <p:txBody>
          <a:bodyPr spcFirstLastPara="1" wrap="square" lIns="50800" tIns="50800" rIns="50800" bIns="50800" anchor="t" anchorCtr="0">
            <a:normAutofit/>
          </a:bodyPr>
          <a:lstStyle>
            <a:lvl1pPr marL="457200" lvl="0" indent="-228600" algn="ctr">
              <a:lnSpc>
                <a:spcPct val="100000"/>
              </a:lnSpc>
              <a:spcBef>
                <a:spcPts val="0"/>
              </a:spcBef>
              <a:spcAft>
                <a:spcPts val="0"/>
              </a:spcAft>
              <a:buClr>
                <a:srgbClr val="FFFFFF"/>
              </a:buClr>
              <a:buSzPts val="3700"/>
              <a:buFont typeface="Helvetica Neue"/>
              <a:buNone/>
              <a:defRPr sz="3700"/>
            </a:lvl1pPr>
            <a:lvl2pPr marL="914400" lvl="1" indent="-228600" algn="ctr">
              <a:lnSpc>
                <a:spcPct val="100000"/>
              </a:lnSpc>
              <a:spcBef>
                <a:spcPts val="0"/>
              </a:spcBef>
              <a:spcAft>
                <a:spcPts val="0"/>
              </a:spcAft>
              <a:buClr>
                <a:srgbClr val="FFFFFF"/>
              </a:buClr>
              <a:buSzPts val="3700"/>
              <a:buFont typeface="Helvetica Neue"/>
              <a:buNone/>
              <a:defRPr sz="3700"/>
            </a:lvl2pPr>
            <a:lvl3pPr marL="1371600" lvl="2" indent="-228600" algn="ctr">
              <a:lnSpc>
                <a:spcPct val="100000"/>
              </a:lnSpc>
              <a:spcBef>
                <a:spcPts val="0"/>
              </a:spcBef>
              <a:spcAft>
                <a:spcPts val="0"/>
              </a:spcAft>
              <a:buClr>
                <a:srgbClr val="FFFFFF"/>
              </a:buClr>
              <a:buSzPts val="3700"/>
              <a:buFont typeface="Helvetica Neue"/>
              <a:buNone/>
              <a:defRPr sz="3700"/>
            </a:lvl3pPr>
            <a:lvl4pPr marL="1828800" lvl="3" indent="-228600" algn="ctr">
              <a:lnSpc>
                <a:spcPct val="100000"/>
              </a:lnSpc>
              <a:spcBef>
                <a:spcPts val="0"/>
              </a:spcBef>
              <a:spcAft>
                <a:spcPts val="0"/>
              </a:spcAft>
              <a:buClr>
                <a:srgbClr val="FFFFFF"/>
              </a:buClr>
              <a:buSzPts val="3700"/>
              <a:buFont typeface="Helvetica Neue"/>
              <a:buNone/>
              <a:defRPr sz="3700"/>
            </a:lvl4pPr>
            <a:lvl5pPr marL="2286000" lvl="4" indent="-228600" algn="ctr">
              <a:lnSpc>
                <a:spcPct val="100000"/>
              </a:lnSpc>
              <a:spcBef>
                <a:spcPts val="0"/>
              </a:spcBef>
              <a:spcAft>
                <a:spcPts val="0"/>
              </a:spcAft>
              <a:buClr>
                <a:srgbClr val="FFFFFF"/>
              </a:buClr>
              <a:buSzPts val="3700"/>
              <a:buFont typeface="Helvetica Neue"/>
              <a:buNone/>
              <a:defRPr sz="3700"/>
            </a:lvl5pPr>
            <a:lvl6pPr marL="2743200" lvl="5" indent="-394335" algn="l">
              <a:lnSpc>
                <a:spcPct val="100000"/>
              </a:lnSpc>
              <a:spcBef>
                <a:spcPts val="4200"/>
              </a:spcBef>
              <a:spcAft>
                <a:spcPts val="0"/>
              </a:spcAft>
              <a:buClr>
                <a:srgbClr val="FFFFFF"/>
              </a:buClr>
              <a:buSzPts val="2610"/>
              <a:buChar char="•"/>
              <a:defRPr/>
            </a:lvl6pPr>
            <a:lvl7pPr marL="3200400" lvl="6" indent="-394335" algn="l">
              <a:lnSpc>
                <a:spcPct val="100000"/>
              </a:lnSpc>
              <a:spcBef>
                <a:spcPts val="4200"/>
              </a:spcBef>
              <a:spcAft>
                <a:spcPts val="0"/>
              </a:spcAft>
              <a:buClr>
                <a:srgbClr val="FFFFFF"/>
              </a:buClr>
              <a:buSzPts val="2610"/>
              <a:buChar char="•"/>
              <a:defRPr/>
            </a:lvl7pPr>
            <a:lvl8pPr marL="3657600" lvl="7" indent="-394334" algn="l">
              <a:lnSpc>
                <a:spcPct val="100000"/>
              </a:lnSpc>
              <a:spcBef>
                <a:spcPts val="4200"/>
              </a:spcBef>
              <a:spcAft>
                <a:spcPts val="0"/>
              </a:spcAft>
              <a:buClr>
                <a:srgbClr val="FFFFFF"/>
              </a:buClr>
              <a:buSzPts val="2610"/>
              <a:buChar char="•"/>
              <a:defRPr/>
            </a:lvl8pPr>
            <a:lvl9pPr marL="4114800" lvl="8" indent="-394334" algn="l">
              <a:lnSpc>
                <a:spcPct val="100000"/>
              </a:lnSpc>
              <a:spcBef>
                <a:spcPts val="4200"/>
              </a:spcBef>
              <a:spcAft>
                <a:spcPts val="0"/>
              </a:spcAft>
              <a:buClr>
                <a:srgbClr val="FFFFFF"/>
              </a:buClr>
              <a:buSzPts val="2610"/>
              <a:buChar char="•"/>
              <a:defRPr/>
            </a:lvl9pPr>
          </a:lstStyle>
          <a:p>
            <a:endParaRPr/>
          </a:p>
        </p:txBody>
      </p:sp>
      <p:sp>
        <p:nvSpPr>
          <p:cNvPr id="31" name="Google Shape;31;p44"/>
          <p:cNvSpPr txBox="1">
            <a:spLocks noGrp="1"/>
          </p:cNvSpPr>
          <p:nvPr>
            <p:ph type="sldNum" idx="12"/>
          </p:nvPr>
        </p:nvSpPr>
        <p:spPr>
          <a:xfrm>
            <a:off x="6328884" y="9296400"/>
            <a:ext cx="340259" cy="324306"/>
          </a:xfrm>
          <a:prstGeom prst="rect">
            <a:avLst/>
          </a:prstGeom>
          <a:noFill/>
          <a:ln>
            <a:noFill/>
          </a:ln>
        </p:spPr>
        <p:txBody>
          <a:bodyPr spcFirstLastPara="1" wrap="square" lIns="50800" tIns="50800" rIns="50800" bIns="50800" anchor="t" anchorCtr="0">
            <a:spAutoFit/>
          </a:bodyPr>
          <a:lstStyle>
            <a:lvl1pPr marL="0" marR="0" lvl="0" indent="0" algn="ctr">
              <a:lnSpc>
                <a:spcPct val="100000"/>
              </a:lnSpc>
              <a:spcBef>
                <a:spcPts val="0"/>
              </a:spcBef>
              <a:spcAft>
                <a:spcPts val="0"/>
              </a:spcAft>
              <a:buClr>
                <a:srgbClr val="FFFFFF"/>
              </a:buClr>
              <a:buSzPts val="1600"/>
              <a:buFont typeface="Helvetica Neue Light"/>
              <a:buNone/>
              <a:defRPr sz="1600" b="0" i="0" u="none" strike="noStrike" cap="none">
                <a:solidFill>
                  <a:srgbClr val="FFFFFF"/>
                </a:solidFill>
                <a:latin typeface="Helvetica Neue Light"/>
                <a:ea typeface="Helvetica Neue Light"/>
                <a:cs typeface="Helvetica Neue Light"/>
                <a:sym typeface="Helvetica Neue Light"/>
              </a:defRPr>
            </a:lvl1pPr>
            <a:lvl2pPr marL="0" marR="0" lvl="1" indent="0" algn="ctr">
              <a:lnSpc>
                <a:spcPct val="100000"/>
              </a:lnSpc>
              <a:spcBef>
                <a:spcPts val="0"/>
              </a:spcBef>
              <a:spcAft>
                <a:spcPts val="0"/>
              </a:spcAft>
              <a:buClr>
                <a:srgbClr val="FFFFFF"/>
              </a:buClr>
              <a:buSzPts val="1600"/>
              <a:buFont typeface="Helvetica Neue Light"/>
              <a:buNone/>
              <a:defRPr sz="1600" b="0" i="0" u="none" strike="noStrike" cap="none">
                <a:solidFill>
                  <a:srgbClr val="FFFFFF"/>
                </a:solidFill>
                <a:latin typeface="Helvetica Neue Light"/>
                <a:ea typeface="Helvetica Neue Light"/>
                <a:cs typeface="Helvetica Neue Light"/>
                <a:sym typeface="Helvetica Neue Light"/>
              </a:defRPr>
            </a:lvl2pPr>
            <a:lvl3pPr marL="0" marR="0" lvl="2" indent="0" algn="ctr">
              <a:lnSpc>
                <a:spcPct val="100000"/>
              </a:lnSpc>
              <a:spcBef>
                <a:spcPts val="0"/>
              </a:spcBef>
              <a:spcAft>
                <a:spcPts val="0"/>
              </a:spcAft>
              <a:buClr>
                <a:srgbClr val="FFFFFF"/>
              </a:buClr>
              <a:buSzPts val="1600"/>
              <a:buFont typeface="Helvetica Neue Light"/>
              <a:buNone/>
              <a:defRPr sz="1600" b="0" i="0" u="none" strike="noStrike" cap="none">
                <a:solidFill>
                  <a:srgbClr val="FFFFFF"/>
                </a:solidFill>
                <a:latin typeface="Helvetica Neue Light"/>
                <a:ea typeface="Helvetica Neue Light"/>
                <a:cs typeface="Helvetica Neue Light"/>
                <a:sym typeface="Helvetica Neue Light"/>
              </a:defRPr>
            </a:lvl3pPr>
            <a:lvl4pPr marL="0" marR="0" lvl="3" indent="0" algn="ctr">
              <a:lnSpc>
                <a:spcPct val="100000"/>
              </a:lnSpc>
              <a:spcBef>
                <a:spcPts val="0"/>
              </a:spcBef>
              <a:spcAft>
                <a:spcPts val="0"/>
              </a:spcAft>
              <a:buClr>
                <a:srgbClr val="FFFFFF"/>
              </a:buClr>
              <a:buSzPts val="1600"/>
              <a:buFont typeface="Helvetica Neue Light"/>
              <a:buNone/>
              <a:defRPr sz="1600" b="0" i="0" u="none" strike="noStrike" cap="none">
                <a:solidFill>
                  <a:srgbClr val="FFFFFF"/>
                </a:solidFill>
                <a:latin typeface="Helvetica Neue Light"/>
                <a:ea typeface="Helvetica Neue Light"/>
                <a:cs typeface="Helvetica Neue Light"/>
                <a:sym typeface="Helvetica Neue Light"/>
              </a:defRPr>
            </a:lvl4pPr>
            <a:lvl5pPr marL="0" marR="0" lvl="4" indent="0" algn="ctr">
              <a:lnSpc>
                <a:spcPct val="100000"/>
              </a:lnSpc>
              <a:spcBef>
                <a:spcPts val="0"/>
              </a:spcBef>
              <a:spcAft>
                <a:spcPts val="0"/>
              </a:spcAft>
              <a:buClr>
                <a:srgbClr val="FFFFFF"/>
              </a:buClr>
              <a:buSzPts val="1600"/>
              <a:buFont typeface="Helvetica Neue Light"/>
              <a:buNone/>
              <a:defRPr sz="1600" b="0" i="0" u="none" strike="noStrike" cap="none">
                <a:solidFill>
                  <a:srgbClr val="FFFFFF"/>
                </a:solidFill>
                <a:latin typeface="Helvetica Neue Light"/>
                <a:ea typeface="Helvetica Neue Light"/>
                <a:cs typeface="Helvetica Neue Light"/>
                <a:sym typeface="Helvetica Neue Light"/>
              </a:defRPr>
            </a:lvl5pPr>
            <a:lvl6pPr marL="0" marR="0" lvl="5" indent="0" algn="ctr">
              <a:lnSpc>
                <a:spcPct val="100000"/>
              </a:lnSpc>
              <a:spcBef>
                <a:spcPts val="0"/>
              </a:spcBef>
              <a:spcAft>
                <a:spcPts val="0"/>
              </a:spcAft>
              <a:buClr>
                <a:srgbClr val="FFFFFF"/>
              </a:buClr>
              <a:buSzPts val="1600"/>
              <a:buFont typeface="Helvetica Neue Light"/>
              <a:buNone/>
              <a:defRPr sz="1600" b="0" i="0" u="none" strike="noStrike" cap="none">
                <a:solidFill>
                  <a:srgbClr val="FFFFFF"/>
                </a:solidFill>
                <a:latin typeface="Helvetica Neue Light"/>
                <a:ea typeface="Helvetica Neue Light"/>
                <a:cs typeface="Helvetica Neue Light"/>
                <a:sym typeface="Helvetica Neue Light"/>
              </a:defRPr>
            </a:lvl6pPr>
            <a:lvl7pPr marL="0" marR="0" lvl="6" indent="0" algn="ctr">
              <a:lnSpc>
                <a:spcPct val="100000"/>
              </a:lnSpc>
              <a:spcBef>
                <a:spcPts val="0"/>
              </a:spcBef>
              <a:spcAft>
                <a:spcPts val="0"/>
              </a:spcAft>
              <a:buClr>
                <a:srgbClr val="FFFFFF"/>
              </a:buClr>
              <a:buSzPts val="1600"/>
              <a:buFont typeface="Helvetica Neue Light"/>
              <a:buNone/>
              <a:defRPr sz="1600" b="0" i="0" u="none" strike="noStrike" cap="none">
                <a:solidFill>
                  <a:srgbClr val="FFFFFF"/>
                </a:solidFill>
                <a:latin typeface="Helvetica Neue Light"/>
                <a:ea typeface="Helvetica Neue Light"/>
                <a:cs typeface="Helvetica Neue Light"/>
                <a:sym typeface="Helvetica Neue Light"/>
              </a:defRPr>
            </a:lvl7pPr>
            <a:lvl8pPr marL="0" marR="0" lvl="7" indent="0" algn="ctr">
              <a:lnSpc>
                <a:spcPct val="100000"/>
              </a:lnSpc>
              <a:spcBef>
                <a:spcPts val="0"/>
              </a:spcBef>
              <a:spcAft>
                <a:spcPts val="0"/>
              </a:spcAft>
              <a:buClr>
                <a:srgbClr val="FFFFFF"/>
              </a:buClr>
              <a:buSzPts val="1600"/>
              <a:buFont typeface="Helvetica Neue Light"/>
              <a:buNone/>
              <a:defRPr sz="1600" b="0" i="0" u="none" strike="noStrike" cap="none">
                <a:solidFill>
                  <a:srgbClr val="FFFFFF"/>
                </a:solidFill>
                <a:latin typeface="Helvetica Neue Light"/>
                <a:ea typeface="Helvetica Neue Light"/>
                <a:cs typeface="Helvetica Neue Light"/>
                <a:sym typeface="Helvetica Neue Light"/>
              </a:defRPr>
            </a:lvl8pPr>
            <a:lvl9pPr marL="0" marR="0" lvl="8" indent="0" algn="ctr">
              <a:lnSpc>
                <a:spcPct val="100000"/>
              </a:lnSpc>
              <a:spcBef>
                <a:spcPts val="0"/>
              </a:spcBef>
              <a:spcAft>
                <a:spcPts val="0"/>
              </a:spcAft>
              <a:buClr>
                <a:srgbClr val="FFFFFF"/>
              </a:buClr>
              <a:buSzPts val="1600"/>
              <a:buFont typeface="Helvetica Neue Light"/>
              <a:buNone/>
              <a:defRPr sz="1600" b="0" i="0" u="none" strike="noStrike" cap="none">
                <a:solidFill>
                  <a:srgbClr val="FFFFFF"/>
                </a:solidFill>
                <a:latin typeface="Helvetica Neue Light"/>
                <a:ea typeface="Helvetica Neue Light"/>
                <a:cs typeface="Helvetica Neue Light"/>
                <a:sym typeface="Helvetica Neue Light"/>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amp; Photo">
  <p:cSld name="Title &amp; Photo">
    <p:spTree>
      <p:nvGrpSpPr>
        <p:cNvPr id="1" name="Shape 32"/>
        <p:cNvGrpSpPr/>
        <p:nvPr/>
      </p:nvGrpSpPr>
      <p:grpSpPr>
        <a:xfrm>
          <a:off x="0" y="0"/>
          <a:ext cx="0" cy="0"/>
          <a:chOff x="0" y="0"/>
          <a:chExt cx="0" cy="0"/>
        </a:xfrm>
      </p:grpSpPr>
      <p:sp>
        <p:nvSpPr>
          <p:cNvPr id="33" name="Google Shape;33;p45"/>
          <p:cNvSpPr>
            <a:spLocks noGrp="1"/>
          </p:cNvSpPr>
          <p:nvPr>
            <p:ph type="pic" idx="2"/>
          </p:nvPr>
        </p:nvSpPr>
        <p:spPr>
          <a:xfrm>
            <a:off x="-230294" y="-934721"/>
            <a:ext cx="15714135" cy="9618135"/>
          </a:xfrm>
          <a:prstGeom prst="rect">
            <a:avLst/>
          </a:prstGeom>
          <a:noFill/>
          <a:ln>
            <a:noFill/>
          </a:ln>
        </p:spPr>
      </p:sp>
      <p:sp>
        <p:nvSpPr>
          <p:cNvPr id="34" name="Google Shape;34;p45"/>
          <p:cNvSpPr txBox="1">
            <a:spLocks noGrp="1"/>
          </p:cNvSpPr>
          <p:nvPr>
            <p:ph type="title"/>
          </p:nvPr>
        </p:nvSpPr>
        <p:spPr>
          <a:xfrm>
            <a:off x="643466" y="5019040"/>
            <a:ext cx="11717868" cy="2479041"/>
          </a:xfrm>
          <a:prstGeom prst="rect">
            <a:avLst/>
          </a:prstGeom>
          <a:noFill/>
          <a:ln>
            <a:noFill/>
          </a:ln>
        </p:spPr>
        <p:txBody>
          <a:bodyPr spcFirstLastPara="1" wrap="square" lIns="27075" tIns="27075" rIns="27075" bIns="27075" anchor="b" anchorCtr="0">
            <a:normAutofit/>
          </a:bodyPr>
          <a:lstStyle>
            <a:lvl1pPr lvl="0" algn="l">
              <a:lnSpc>
                <a:spcPct val="80000"/>
              </a:lnSpc>
              <a:spcBef>
                <a:spcPts val="0"/>
              </a:spcBef>
              <a:spcAft>
                <a:spcPts val="0"/>
              </a:spcAft>
              <a:buClr>
                <a:srgbClr val="FFFFFF"/>
              </a:buClr>
              <a:buSzPts val="8200"/>
              <a:buFont typeface="Helvetica Neue"/>
              <a:buNone/>
              <a:defRPr sz="8200" b="1">
                <a:latin typeface="Helvetica Neue"/>
                <a:ea typeface="Helvetica Neue"/>
                <a:cs typeface="Helvetica Neue"/>
                <a:sym typeface="Helvetica Neue"/>
              </a:defRPr>
            </a:lvl1pPr>
            <a:lvl2pPr lvl="1" algn="ctr">
              <a:lnSpc>
                <a:spcPct val="100000"/>
              </a:lnSpc>
              <a:spcBef>
                <a:spcPts val="0"/>
              </a:spcBef>
              <a:spcAft>
                <a:spcPts val="0"/>
              </a:spcAft>
              <a:buClr>
                <a:srgbClr val="FFFFFF"/>
              </a:buClr>
              <a:buSzPts val="1800"/>
              <a:buNone/>
              <a:defRPr/>
            </a:lvl2pPr>
            <a:lvl3pPr lvl="2" algn="ctr">
              <a:lnSpc>
                <a:spcPct val="100000"/>
              </a:lnSpc>
              <a:spcBef>
                <a:spcPts val="0"/>
              </a:spcBef>
              <a:spcAft>
                <a:spcPts val="0"/>
              </a:spcAft>
              <a:buClr>
                <a:srgbClr val="FFFFFF"/>
              </a:buClr>
              <a:buSzPts val="1800"/>
              <a:buNone/>
              <a:defRPr/>
            </a:lvl3pPr>
            <a:lvl4pPr lvl="3" algn="ctr">
              <a:lnSpc>
                <a:spcPct val="100000"/>
              </a:lnSpc>
              <a:spcBef>
                <a:spcPts val="0"/>
              </a:spcBef>
              <a:spcAft>
                <a:spcPts val="0"/>
              </a:spcAft>
              <a:buClr>
                <a:srgbClr val="FFFFFF"/>
              </a:buClr>
              <a:buSzPts val="1800"/>
              <a:buNone/>
              <a:defRPr/>
            </a:lvl4pPr>
            <a:lvl5pPr lvl="4" algn="ctr">
              <a:lnSpc>
                <a:spcPct val="100000"/>
              </a:lnSpc>
              <a:spcBef>
                <a:spcPts val="0"/>
              </a:spcBef>
              <a:spcAft>
                <a:spcPts val="0"/>
              </a:spcAft>
              <a:buClr>
                <a:srgbClr val="FFFFFF"/>
              </a:buClr>
              <a:buSzPts val="1800"/>
              <a:buNone/>
              <a:defRPr/>
            </a:lvl5pPr>
            <a:lvl6pPr lvl="5" algn="ctr">
              <a:lnSpc>
                <a:spcPct val="100000"/>
              </a:lnSpc>
              <a:spcBef>
                <a:spcPts val="0"/>
              </a:spcBef>
              <a:spcAft>
                <a:spcPts val="0"/>
              </a:spcAft>
              <a:buClr>
                <a:srgbClr val="FFFFFF"/>
              </a:buClr>
              <a:buSzPts val="1800"/>
              <a:buNone/>
              <a:defRPr/>
            </a:lvl6pPr>
            <a:lvl7pPr lvl="6" algn="ctr">
              <a:lnSpc>
                <a:spcPct val="100000"/>
              </a:lnSpc>
              <a:spcBef>
                <a:spcPts val="0"/>
              </a:spcBef>
              <a:spcAft>
                <a:spcPts val="0"/>
              </a:spcAft>
              <a:buClr>
                <a:srgbClr val="FFFFFF"/>
              </a:buClr>
              <a:buSzPts val="1800"/>
              <a:buNone/>
              <a:defRPr/>
            </a:lvl7pPr>
            <a:lvl8pPr lvl="7" algn="ctr">
              <a:lnSpc>
                <a:spcPct val="100000"/>
              </a:lnSpc>
              <a:spcBef>
                <a:spcPts val="0"/>
              </a:spcBef>
              <a:spcAft>
                <a:spcPts val="0"/>
              </a:spcAft>
              <a:buClr>
                <a:srgbClr val="FFFFFF"/>
              </a:buClr>
              <a:buSzPts val="1800"/>
              <a:buNone/>
              <a:defRPr/>
            </a:lvl8pPr>
            <a:lvl9pPr lvl="8" algn="ctr">
              <a:lnSpc>
                <a:spcPct val="100000"/>
              </a:lnSpc>
              <a:spcBef>
                <a:spcPts val="0"/>
              </a:spcBef>
              <a:spcAft>
                <a:spcPts val="0"/>
              </a:spcAft>
              <a:buClr>
                <a:srgbClr val="FFFFFF"/>
              </a:buClr>
              <a:buSzPts val="1800"/>
              <a:buNone/>
              <a:defRPr/>
            </a:lvl9pPr>
          </a:lstStyle>
          <a:p>
            <a:endParaRPr/>
          </a:p>
        </p:txBody>
      </p:sp>
      <p:sp>
        <p:nvSpPr>
          <p:cNvPr id="35" name="Google Shape;35;p45"/>
          <p:cNvSpPr txBox="1">
            <a:spLocks noGrp="1"/>
          </p:cNvSpPr>
          <p:nvPr>
            <p:ph type="body" idx="1"/>
          </p:nvPr>
        </p:nvSpPr>
        <p:spPr>
          <a:xfrm>
            <a:off x="644101" y="1809140"/>
            <a:ext cx="11716599" cy="339722"/>
          </a:xfrm>
          <a:prstGeom prst="rect">
            <a:avLst/>
          </a:prstGeom>
          <a:noFill/>
          <a:ln>
            <a:noFill/>
          </a:ln>
        </p:spPr>
        <p:txBody>
          <a:bodyPr spcFirstLastPara="1" wrap="square" lIns="24375" tIns="24375" rIns="24375" bIns="24375" anchor="t" anchorCtr="0">
            <a:normAutofit/>
          </a:bodyPr>
          <a:lstStyle>
            <a:lvl1pPr marL="457200" lvl="0" indent="-228600" algn="l">
              <a:lnSpc>
                <a:spcPct val="100000"/>
              </a:lnSpc>
              <a:spcBef>
                <a:spcPts val="0"/>
              </a:spcBef>
              <a:spcAft>
                <a:spcPts val="0"/>
              </a:spcAft>
              <a:buClr>
                <a:srgbClr val="FFFFFF"/>
              </a:buClr>
              <a:buSzPts val="1992"/>
              <a:buFont typeface="Helvetica Neue"/>
              <a:buNone/>
              <a:defRPr sz="1992" b="1"/>
            </a:lvl1pPr>
            <a:lvl2pPr marL="914400" lvl="1" indent="-394335" algn="l">
              <a:lnSpc>
                <a:spcPct val="100000"/>
              </a:lnSpc>
              <a:spcBef>
                <a:spcPts val="4200"/>
              </a:spcBef>
              <a:spcAft>
                <a:spcPts val="0"/>
              </a:spcAft>
              <a:buClr>
                <a:srgbClr val="FFFFFF"/>
              </a:buClr>
              <a:buSzPts val="2610"/>
              <a:buChar char="•"/>
              <a:defRPr/>
            </a:lvl2pPr>
            <a:lvl3pPr marL="1371600" lvl="2" indent="-394335" algn="l">
              <a:lnSpc>
                <a:spcPct val="100000"/>
              </a:lnSpc>
              <a:spcBef>
                <a:spcPts val="4200"/>
              </a:spcBef>
              <a:spcAft>
                <a:spcPts val="0"/>
              </a:spcAft>
              <a:buClr>
                <a:srgbClr val="FFFFFF"/>
              </a:buClr>
              <a:buSzPts val="2610"/>
              <a:buChar char="•"/>
              <a:defRPr/>
            </a:lvl3pPr>
            <a:lvl4pPr marL="1828800" lvl="3" indent="-394335" algn="l">
              <a:lnSpc>
                <a:spcPct val="100000"/>
              </a:lnSpc>
              <a:spcBef>
                <a:spcPts val="4200"/>
              </a:spcBef>
              <a:spcAft>
                <a:spcPts val="0"/>
              </a:spcAft>
              <a:buClr>
                <a:srgbClr val="FFFFFF"/>
              </a:buClr>
              <a:buSzPts val="2610"/>
              <a:buChar char="•"/>
              <a:defRPr/>
            </a:lvl4pPr>
            <a:lvl5pPr marL="2286000" lvl="4" indent="-394335" algn="l">
              <a:lnSpc>
                <a:spcPct val="100000"/>
              </a:lnSpc>
              <a:spcBef>
                <a:spcPts val="4200"/>
              </a:spcBef>
              <a:spcAft>
                <a:spcPts val="0"/>
              </a:spcAft>
              <a:buClr>
                <a:srgbClr val="FFFFFF"/>
              </a:buClr>
              <a:buSzPts val="2610"/>
              <a:buChar char="•"/>
              <a:defRPr/>
            </a:lvl5pPr>
            <a:lvl6pPr marL="2743200" lvl="5" indent="-394335" algn="l">
              <a:lnSpc>
                <a:spcPct val="100000"/>
              </a:lnSpc>
              <a:spcBef>
                <a:spcPts val="4200"/>
              </a:spcBef>
              <a:spcAft>
                <a:spcPts val="0"/>
              </a:spcAft>
              <a:buClr>
                <a:srgbClr val="FFFFFF"/>
              </a:buClr>
              <a:buSzPts val="2610"/>
              <a:buChar char="•"/>
              <a:defRPr/>
            </a:lvl6pPr>
            <a:lvl7pPr marL="3200400" lvl="6" indent="-394335" algn="l">
              <a:lnSpc>
                <a:spcPct val="100000"/>
              </a:lnSpc>
              <a:spcBef>
                <a:spcPts val="4200"/>
              </a:spcBef>
              <a:spcAft>
                <a:spcPts val="0"/>
              </a:spcAft>
              <a:buClr>
                <a:srgbClr val="FFFFFF"/>
              </a:buClr>
              <a:buSzPts val="2610"/>
              <a:buChar char="•"/>
              <a:defRPr/>
            </a:lvl7pPr>
            <a:lvl8pPr marL="3657600" lvl="7" indent="-394334" algn="l">
              <a:lnSpc>
                <a:spcPct val="100000"/>
              </a:lnSpc>
              <a:spcBef>
                <a:spcPts val="4200"/>
              </a:spcBef>
              <a:spcAft>
                <a:spcPts val="0"/>
              </a:spcAft>
              <a:buClr>
                <a:srgbClr val="FFFFFF"/>
              </a:buClr>
              <a:buSzPts val="2610"/>
              <a:buChar char="•"/>
              <a:defRPr/>
            </a:lvl8pPr>
            <a:lvl9pPr marL="4114800" lvl="8" indent="-394334" algn="l">
              <a:lnSpc>
                <a:spcPct val="100000"/>
              </a:lnSpc>
              <a:spcBef>
                <a:spcPts val="4200"/>
              </a:spcBef>
              <a:spcAft>
                <a:spcPts val="0"/>
              </a:spcAft>
              <a:buClr>
                <a:srgbClr val="FFFFFF"/>
              </a:buClr>
              <a:buSzPts val="2610"/>
              <a:buChar char="•"/>
              <a:defRPr/>
            </a:lvl9pPr>
          </a:lstStyle>
          <a:p>
            <a:endParaRPr/>
          </a:p>
        </p:txBody>
      </p:sp>
      <p:sp>
        <p:nvSpPr>
          <p:cNvPr id="36" name="Google Shape;36;p45"/>
          <p:cNvSpPr txBox="1">
            <a:spLocks noGrp="1"/>
          </p:cNvSpPr>
          <p:nvPr>
            <p:ph type="body" idx="3"/>
          </p:nvPr>
        </p:nvSpPr>
        <p:spPr>
          <a:xfrm>
            <a:off x="643466" y="7411152"/>
            <a:ext cx="11717868" cy="610500"/>
          </a:xfrm>
          <a:prstGeom prst="rect">
            <a:avLst/>
          </a:prstGeom>
          <a:noFill/>
          <a:ln>
            <a:noFill/>
          </a:ln>
        </p:spPr>
        <p:txBody>
          <a:bodyPr spcFirstLastPara="1" wrap="square" lIns="27075" tIns="27075" rIns="27075" bIns="27075" anchor="t" anchorCtr="0">
            <a:normAutofit/>
          </a:bodyPr>
          <a:lstStyle>
            <a:lvl1pPr marL="457200" lvl="0" indent="-228600" algn="l">
              <a:lnSpc>
                <a:spcPct val="100000"/>
              </a:lnSpc>
              <a:spcBef>
                <a:spcPts val="0"/>
              </a:spcBef>
              <a:spcAft>
                <a:spcPts val="0"/>
              </a:spcAft>
              <a:buClr>
                <a:srgbClr val="FFFFFF"/>
              </a:buClr>
              <a:buSzPts val="3800"/>
              <a:buFont typeface="Helvetica Neue"/>
              <a:buNone/>
              <a:defRPr sz="3800" b="1"/>
            </a:lvl1pPr>
            <a:lvl2pPr marL="914400" lvl="1" indent="-228600" algn="l">
              <a:lnSpc>
                <a:spcPct val="100000"/>
              </a:lnSpc>
              <a:spcBef>
                <a:spcPts val="0"/>
              </a:spcBef>
              <a:spcAft>
                <a:spcPts val="0"/>
              </a:spcAft>
              <a:buClr>
                <a:srgbClr val="FFFFFF"/>
              </a:buClr>
              <a:buSzPts val="3800"/>
              <a:buFont typeface="Helvetica Neue"/>
              <a:buNone/>
              <a:defRPr sz="3800" b="1"/>
            </a:lvl2pPr>
            <a:lvl3pPr marL="1371600" lvl="2" indent="-228600" algn="l">
              <a:lnSpc>
                <a:spcPct val="100000"/>
              </a:lnSpc>
              <a:spcBef>
                <a:spcPts val="0"/>
              </a:spcBef>
              <a:spcAft>
                <a:spcPts val="0"/>
              </a:spcAft>
              <a:buClr>
                <a:srgbClr val="FFFFFF"/>
              </a:buClr>
              <a:buSzPts val="3800"/>
              <a:buFont typeface="Helvetica Neue"/>
              <a:buNone/>
              <a:defRPr sz="3800" b="1"/>
            </a:lvl3pPr>
            <a:lvl4pPr marL="1828800" lvl="3" indent="-228600" algn="l">
              <a:lnSpc>
                <a:spcPct val="100000"/>
              </a:lnSpc>
              <a:spcBef>
                <a:spcPts val="0"/>
              </a:spcBef>
              <a:spcAft>
                <a:spcPts val="0"/>
              </a:spcAft>
              <a:buClr>
                <a:srgbClr val="FFFFFF"/>
              </a:buClr>
              <a:buSzPts val="3800"/>
              <a:buFont typeface="Helvetica Neue"/>
              <a:buNone/>
              <a:defRPr sz="3800" b="1"/>
            </a:lvl4pPr>
            <a:lvl5pPr marL="2286000" lvl="4" indent="-228600" algn="l">
              <a:lnSpc>
                <a:spcPct val="100000"/>
              </a:lnSpc>
              <a:spcBef>
                <a:spcPts val="0"/>
              </a:spcBef>
              <a:spcAft>
                <a:spcPts val="0"/>
              </a:spcAft>
              <a:buClr>
                <a:srgbClr val="FFFFFF"/>
              </a:buClr>
              <a:buSzPts val="3800"/>
              <a:buFont typeface="Helvetica Neue"/>
              <a:buNone/>
              <a:defRPr sz="3800" b="1"/>
            </a:lvl5pPr>
            <a:lvl6pPr marL="2743200" lvl="5" indent="-394335" algn="l">
              <a:lnSpc>
                <a:spcPct val="100000"/>
              </a:lnSpc>
              <a:spcBef>
                <a:spcPts val="4200"/>
              </a:spcBef>
              <a:spcAft>
                <a:spcPts val="0"/>
              </a:spcAft>
              <a:buClr>
                <a:srgbClr val="FFFFFF"/>
              </a:buClr>
              <a:buSzPts val="2610"/>
              <a:buChar char="•"/>
              <a:defRPr/>
            </a:lvl6pPr>
            <a:lvl7pPr marL="3200400" lvl="6" indent="-394335" algn="l">
              <a:lnSpc>
                <a:spcPct val="100000"/>
              </a:lnSpc>
              <a:spcBef>
                <a:spcPts val="4200"/>
              </a:spcBef>
              <a:spcAft>
                <a:spcPts val="0"/>
              </a:spcAft>
              <a:buClr>
                <a:srgbClr val="FFFFFF"/>
              </a:buClr>
              <a:buSzPts val="2610"/>
              <a:buChar char="•"/>
              <a:defRPr/>
            </a:lvl7pPr>
            <a:lvl8pPr marL="3657600" lvl="7" indent="-394334" algn="l">
              <a:lnSpc>
                <a:spcPct val="100000"/>
              </a:lnSpc>
              <a:spcBef>
                <a:spcPts val="4200"/>
              </a:spcBef>
              <a:spcAft>
                <a:spcPts val="0"/>
              </a:spcAft>
              <a:buClr>
                <a:srgbClr val="FFFFFF"/>
              </a:buClr>
              <a:buSzPts val="2610"/>
              <a:buChar char="•"/>
              <a:defRPr/>
            </a:lvl8pPr>
            <a:lvl9pPr marL="4114800" lvl="8" indent="-394334" algn="l">
              <a:lnSpc>
                <a:spcPct val="100000"/>
              </a:lnSpc>
              <a:spcBef>
                <a:spcPts val="4200"/>
              </a:spcBef>
              <a:spcAft>
                <a:spcPts val="0"/>
              </a:spcAft>
              <a:buClr>
                <a:srgbClr val="FFFFFF"/>
              </a:buClr>
              <a:buSzPts val="2610"/>
              <a:buChar char="•"/>
              <a:defRPr/>
            </a:lvl9pPr>
          </a:lstStyle>
          <a:p>
            <a:endParaRPr/>
          </a:p>
        </p:txBody>
      </p:sp>
      <p:sp>
        <p:nvSpPr>
          <p:cNvPr id="37" name="Google Shape;37;p45"/>
          <p:cNvSpPr txBox="1">
            <a:spLocks noGrp="1"/>
          </p:cNvSpPr>
          <p:nvPr>
            <p:ph type="sldNum" idx="12"/>
          </p:nvPr>
        </p:nvSpPr>
        <p:spPr>
          <a:xfrm>
            <a:off x="6380889" y="8167799"/>
            <a:ext cx="236357" cy="227721"/>
          </a:xfrm>
          <a:prstGeom prst="rect">
            <a:avLst/>
          </a:prstGeom>
          <a:noFill/>
          <a:ln>
            <a:noFill/>
          </a:ln>
        </p:spPr>
        <p:txBody>
          <a:bodyPr spcFirstLastPara="1" wrap="square" lIns="27075" tIns="27075" rIns="27075" bIns="27075" anchor="b" anchorCtr="0">
            <a:spAutoFit/>
          </a:bodyPr>
          <a:lstStyle>
            <a:lvl1pPr marL="0" marR="0" lvl="0"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1pPr>
            <a:lvl2pPr marL="0" marR="0" lvl="1"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2pPr>
            <a:lvl3pPr marL="0" marR="0" lvl="2"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3pPr>
            <a:lvl4pPr marL="0" marR="0" lvl="3"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4pPr>
            <a:lvl5pPr marL="0" marR="0" lvl="4"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5pPr>
            <a:lvl6pPr marL="0" marR="0" lvl="5"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6pPr>
            <a:lvl7pPr marL="0" marR="0" lvl="6"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7pPr>
            <a:lvl8pPr marL="0" marR="0" lvl="7"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8pPr>
            <a:lvl9pPr marL="0" marR="0" lvl="8"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amp; Photo Alt">
  <p:cSld name="Title &amp; Photo Alt">
    <p:spTree>
      <p:nvGrpSpPr>
        <p:cNvPr id="1" name="Shape 38"/>
        <p:cNvGrpSpPr/>
        <p:nvPr/>
      </p:nvGrpSpPr>
      <p:grpSpPr>
        <a:xfrm>
          <a:off x="0" y="0"/>
          <a:ext cx="0" cy="0"/>
          <a:chOff x="0" y="0"/>
          <a:chExt cx="0" cy="0"/>
        </a:xfrm>
      </p:grpSpPr>
      <p:sp>
        <p:nvSpPr>
          <p:cNvPr id="39" name="Google Shape;39;p46"/>
          <p:cNvSpPr txBox="1">
            <a:spLocks noGrp="1"/>
          </p:cNvSpPr>
          <p:nvPr>
            <p:ph type="title"/>
          </p:nvPr>
        </p:nvSpPr>
        <p:spPr>
          <a:xfrm>
            <a:off x="643466" y="1896533"/>
            <a:ext cx="5215468" cy="3137213"/>
          </a:xfrm>
          <a:prstGeom prst="rect">
            <a:avLst/>
          </a:prstGeom>
          <a:noFill/>
          <a:ln>
            <a:noFill/>
          </a:ln>
        </p:spPr>
        <p:txBody>
          <a:bodyPr spcFirstLastPara="1" wrap="square" lIns="27075" tIns="27075" rIns="27075" bIns="27075" anchor="b" anchorCtr="0">
            <a:normAutofit/>
          </a:bodyPr>
          <a:lstStyle>
            <a:lvl1pPr lvl="0" algn="l">
              <a:lnSpc>
                <a:spcPct val="80000"/>
              </a:lnSpc>
              <a:spcBef>
                <a:spcPts val="0"/>
              </a:spcBef>
              <a:spcAft>
                <a:spcPts val="0"/>
              </a:spcAft>
              <a:buClr>
                <a:srgbClr val="FFFFFF"/>
              </a:buClr>
              <a:buSzPts val="6000"/>
              <a:buFont typeface="Helvetica Neue"/>
              <a:buNone/>
              <a:defRPr sz="6000" b="1">
                <a:latin typeface="Helvetica Neue"/>
                <a:ea typeface="Helvetica Neue"/>
                <a:cs typeface="Helvetica Neue"/>
                <a:sym typeface="Helvetica Neue"/>
              </a:defRPr>
            </a:lvl1pPr>
            <a:lvl2pPr lvl="1" algn="ctr">
              <a:lnSpc>
                <a:spcPct val="100000"/>
              </a:lnSpc>
              <a:spcBef>
                <a:spcPts val="0"/>
              </a:spcBef>
              <a:spcAft>
                <a:spcPts val="0"/>
              </a:spcAft>
              <a:buClr>
                <a:srgbClr val="FFFFFF"/>
              </a:buClr>
              <a:buSzPts val="1800"/>
              <a:buNone/>
              <a:defRPr/>
            </a:lvl2pPr>
            <a:lvl3pPr lvl="2" algn="ctr">
              <a:lnSpc>
                <a:spcPct val="100000"/>
              </a:lnSpc>
              <a:spcBef>
                <a:spcPts val="0"/>
              </a:spcBef>
              <a:spcAft>
                <a:spcPts val="0"/>
              </a:spcAft>
              <a:buClr>
                <a:srgbClr val="FFFFFF"/>
              </a:buClr>
              <a:buSzPts val="1800"/>
              <a:buNone/>
              <a:defRPr/>
            </a:lvl3pPr>
            <a:lvl4pPr lvl="3" algn="ctr">
              <a:lnSpc>
                <a:spcPct val="100000"/>
              </a:lnSpc>
              <a:spcBef>
                <a:spcPts val="0"/>
              </a:spcBef>
              <a:spcAft>
                <a:spcPts val="0"/>
              </a:spcAft>
              <a:buClr>
                <a:srgbClr val="FFFFFF"/>
              </a:buClr>
              <a:buSzPts val="1800"/>
              <a:buNone/>
              <a:defRPr/>
            </a:lvl4pPr>
            <a:lvl5pPr lvl="4" algn="ctr">
              <a:lnSpc>
                <a:spcPct val="100000"/>
              </a:lnSpc>
              <a:spcBef>
                <a:spcPts val="0"/>
              </a:spcBef>
              <a:spcAft>
                <a:spcPts val="0"/>
              </a:spcAft>
              <a:buClr>
                <a:srgbClr val="FFFFFF"/>
              </a:buClr>
              <a:buSzPts val="1800"/>
              <a:buNone/>
              <a:defRPr/>
            </a:lvl5pPr>
            <a:lvl6pPr lvl="5" algn="ctr">
              <a:lnSpc>
                <a:spcPct val="100000"/>
              </a:lnSpc>
              <a:spcBef>
                <a:spcPts val="0"/>
              </a:spcBef>
              <a:spcAft>
                <a:spcPts val="0"/>
              </a:spcAft>
              <a:buClr>
                <a:srgbClr val="FFFFFF"/>
              </a:buClr>
              <a:buSzPts val="1800"/>
              <a:buNone/>
              <a:defRPr/>
            </a:lvl6pPr>
            <a:lvl7pPr lvl="6" algn="ctr">
              <a:lnSpc>
                <a:spcPct val="100000"/>
              </a:lnSpc>
              <a:spcBef>
                <a:spcPts val="0"/>
              </a:spcBef>
              <a:spcAft>
                <a:spcPts val="0"/>
              </a:spcAft>
              <a:buClr>
                <a:srgbClr val="FFFFFF"/>
              </a:buClr>
              <a:buSzPts val="1800"/>
              <a:buNone/>
              <a:defRPr/>
            </a:lvl7pPr>
            <a:lvl8pPr lvl="7" algn="ctr">
              <a:lnSpc>
                <a:spcPct val="100000"/>
              </a:lnSpc>
              <a:spcBef>
                <a:spcPts val="0"/>
              </a:spcBef>
              <a:spcAft>
                <a:spcPts val="0"/>
              </a:spcAft>
              <a:buClr>
                <a:srgbClr val="FFFFFF"/>
              </a:buClr>
              <a:buSzPts val="1800"/>
              <a:buNone/>
              <a:defRPr/>
            </a:lvl8pPr>
            <a:lvl9pPr lvl="8" algn="ctr">
              <a:lnSpc>
                <a:spcPct val="100000"/>
              </a:lnSpc>
              <a:spcBef>
                <a:spcPts val="0"/>
              </a:spcBef>
              <a:spcAft>
                <a:spcPts val="0"/>
              </a:spcAft>
              <a:buClr>
                <a:srgbClr val="FFFFFF"/>
              </a:buClr>
              <a:buSzPts val="1800"/>
              <a:buNone/>
              <a:defRPr/>
            </a:lvl9pPr>
          </a:lstStyle>
          <a:p>
            <a:endParaRPr/>
          </a:p>
        </p:txBody>
      </p:sp>
      <p:sp>
        <p:nvSpPr>
          <p:cNvPr id="40" name="Google Shape;40;p46"/>
          <p:cNvSpPr txBox="1">
            <a:spLocks noGrp="1"/>
          </p:cNvSpPr>
          <p:nvPr>
            <p:ph type="body" idx="1"/>
          </p:nvPr>
        </p:nvSpPr>
        <p:spPr>
          <a:xfrm>
            <a:off x="643466" y="4984841"/>
            <a:ext cx="5215468" cy="2870615"/>
          </a:xfrm>
          <a:prstGeom prst="rect">
            <a:avLst/>
          </a:prstGeom>
          <a:noFill/>
          <a:ln>
            <a:noFill/>
          </a:ln>
        </p:spPr>
        <p:txBody>
          <a:bodyPr spcFirstLastPara="1" wrap="square" lIns="27075" tIns="27075" rIns="27075" bIns="27075" anchor="t" anchorCtr="0">
            <a:normAutofit/>
          </a:bodyPr>
          <a:lstStyle>
            <a:lvl1pPr marL="457200" lvl="0" indent="-228600" algn="l">
              <a:lnSpc>
                <a:spcPct val="100000"/>
              </a:lnSpc>
              <a:spcBef>
                <a:spcPts val="0"/>
              </a:spcBef>
              <a:spcAft>
                <a:spcPts val="0"/>
              </a:spcAft>
              <a:buClr>
                <a:srgbClr val="FFFFFF"/>
              </a:buClr>
              <a:buSzPts val="3800"/>
              <a:buFont typeface="Helvetica Neue"/>
              <a:buNone/>
              <a:defRPr sz="3800" b="1"/>
            </a:lvl1pPr>
            <a:lvl2pPr marL="914400" lvl="1" indent="-228600" algn="l">
              <a:lnSpc>
                <a:spcPct val="100000"/>
              </a:lnSpc>
              <a:spcBef>
                <a:spcPts val="0"/>
              </a:spcBef>
              <a:spcAft>
                <a:spcPts val="0"/>
              </a:spcAft>
              <a:buClr>
                <a:srgbClr val="FFFFFF"/>
              </a:buClr>
              <a:buSzPts val="3800"/>
              <a:buFont typeface="Helvetica Neue"/>
              <a:buNone/>
              <a:defRPr sz="3800" b="1"/>
            </a:lvl2pPr>
            <a:lvl3pPr marL="1371600" lvl="2" indent="-228600" algn="l">
              <a:lnSpc>
                <a:spcPct val="100000"/>
              </a:lnSpc>
              <a:spcBef>
                <a:spcPts val="0"/>
              </a:spcBef>
              <a:spcAft>
                <a:spcPts val="0"/>
              </a:spcAft>
              <a:buClr>
                <a:srgbClr val="FFFFFF"/>
              </a:buClr>
              <a:buSzPts val="3800"/>
              <a:buFont typeface="Helvetica Neue"/>
              <a:buNone/>
              <a:defRPr sz="3800" b="1"/>
            </a:lvl3pPr>
            <a:lvl4pPr marL="1828800" lvl="3" indent="-228600" algn="l">
              <a:lnSpc>
                <a:spcPct val="100000"/>
              </a:lnSpc>
              <a:spcBef>
                <a:spcPts val="0"/>
              </a:spcBef>
              <a:spcAft>
                <a:spcPts val="0"/>
              </a:spcAft>
              <a:buClr>
                <a:srgbClr val="FFFFFF"/>
              </a:buClr>
              <a:buSzPts val="3800"/>
              <a:buFont typeface="Helvetica Neue"/>
              <a:buNone/>
              <a:defRPr sz="3800" b="1"/>
            </a:lvl4pPr>
            <a:lvl5pPr marL="2286000" lvl="4" indent="-228600" algn="l">
              <a:lnSpc>
                <a:spcPct val="100000"/>
              </a:lnSpc>
              <a:spcBef>
                <a:spcPts val="0"/>
              </a:spcBef>
              <a:spcAft>
                <a:spcPts val="0"/>
              </a:spcAft>
              <a:buClr>
                <a:srgbClr val="FFFFFF"/>
              </a:buClr>
              <a:buSzPts val="3800"/>
              <a:buFont typeface="Helvetica Neue"/>
              <a:buNone/>
              <a:defRPr sz="3800" b="1"/>
            </a:lvl5pPr>
            <a:lvl6pPr marL="2743200" lvl="5" indent="-394335" algn="l">
              <a:lnSpc>
                <a:spcPct val="100000"/>
              </a:lnSpc>
              <a:spcBef>
                <a:spcPts val="4200"/>
              </a:spcBef>
              <a:spcAft>
                <a:spcPts val="0"/>
              </a:spcAft>
              <a:buClr>
                <a:srgbClr val="FFFFFF"/>
              </a:buClr>
              <a:buSzPts val="2610"/>
              <a:buChar char="•"/>
              <a:defRPr/>
            </a:lvl6pPr>
            <a:lvl7pPr marL="3200400" lvl="6" indent="-394335" algn="l">
              <a:lnSpc>
                <a:spcPct val="100000"/>
              </a:lnSpc>
              <a:spcBef>
                <a:spcPts val="4200"/>
              </a:spcBef>
              <a:spcAft>
                <a:spcPts val="0"/>
              </a:spcAft>
              <a:buClr>
                <a:srgbClr val="FFFFFF"/>
              </a:buClr>
              <a:buSzPts val="2610"/>
              <a:buChar char="•"/>
              <a:defRPr/>
            </a:lvl7pPr>
            <a:lvl8pPr marL="3657600" lvl="7" indent="-394334" algn="l">
              <a:lnSpc>
                <a:spcPct val="100000"/>
              </a:lnSpc>
              <a:spcBef>
                <a:spcPts val="4200"/>
              </a:spcBef>
              <a:spcAft>
                <a:spcPts val="0"/>
              </a:spcAft>
              <a:buClr>
                <a:srgbClr val="FFFFFF"/>
              </a:buClr>
              <a:buSzPts val="2610"/>
              <a:buChar char="•"/>
              <a:defRPr/>
            </a:lvl8pPr>
            <a:lvl9pPr marL="4114800" lvl="8" indent="-394334" algn="l">
              <a:lnSpc>
                <a:spcPct val="100000"/>
              </a:lnSpc>
              <a:spcBef>
                <a:spcPts val="4200"/>
              </a:spcBef>
              <a:spcAft>
                <a:spcPts val="0"/>
              </a:spcAft>
              <a:buClr>
                <a:srgbClr val="FFFFFF"/>
              </a:buClr>
              <a:buSzPts val="2610"/>
              <a:buChar char="•"/>
              <a:defRPr/>
            </a:lvl9pPr>
          </a:lstStyle>
          <a:p>
            <a:endParaRPr/>
          </a:p>
        </p:txBody>
      </p:sp>
      <p:sp>
        <p:nvSpPr>
          <p:cNvPr id="41" name="Google Shape;41;p46"/>
          <p:cNvSpPr>
            <a:spLocks noGrp="1"/>
          </p:cNvSpPr>
          <p:nvPr>
            <p:ph type="pic" idx="2"/>
          </p:nvPr>
        </p:nvSpPr>
        <p:spPr>
          <a:xfrm>
            <a:off x="6427895" y="1896533"/>
            <a:ext cx="5967150" cy="5978608"/>
          </a:xfrm>
          <a:prstGeom prst="rect">
            <a:avLst/>
          </a:prstGeom>
          <a:noFill/>
          <a:ln>
            <a:noFill/>
          </a:ln>
        </p:spPr>
      </p:sp>
      <p:sp>
        <p:nvSpPr>
          <p:cNvPr id="42" name="Google Shape;42;p46"/>
          <p:cNvSpPr txBox="1">
            <a:spLocks noGrp="1"/>
          </p:cNvSpPr>
          <p:nvPr>
            <p:ph type="sldNum" idx="12"/>
          </p:nvPr>
        </p:nvSpPr>
        <p:spPr>
          <a:xfrm>
            <a:off x="6380889" y="8170057"/>
            <a:ext cx="236357" cy="227721"/>
          </a:xfrm>
          <a:prstGeom prst="rect">
            <a:avLst/>
          </a:prstGeom>
          <a:noFill/>
          <a:ln>
            <a:noFill/>
          </a:ln>
        </p:spPr>
        <p:txBody>
          <a:bodyPr spcFirstLastPara="1" wrap="square" lIns="27075" tIns="27075" rIns="27075" bIns="27075" anchor="b" anchorCtr="0">
            <a:spAutoFit/>
          </a:bodyPr>
          <a:lstStyle>
            <a:lvl1pPr marL="0" marR="0" lvl="0"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1pPr>
            <a:lvl2pPr marL="0" marR="0" lvl="1"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2pPr>
            <a:lvl3pPr marL="0" marR="0" lvl="2"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3pPr>
            <a:lvl4pPr marL="0" marR="0" lvl="3"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4pPr>
            <a:lvl5pPr marL="0" marR="0" lvl="4"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5pPr>
            <a:lvl6pPr marL="0" marR="0" lvl="5"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6pPr>
            <a:lvl7pPr marL="0" marR="0" lvl="6"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7pPr>
            <a:lvl8pPr marL="0" marR="0" lvl="7"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8pPr>
            <a:lvl9pPr marL="0" marR="0" lvl="8"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Bullets">
  <p:cSld name="Bullets">
    <p:spTree>
      <p:nvGrpSpPr>
        <p:cNvPr id="1" name="Shape 43"/>
        <p:cNvGrpSpPr/>
        <p:nvPr/>
      </p:nvGrpSpPr>
      <p:grpSpPr>
        <a:xfrm>
          <a:off x="0" y="0"/>
          <a:ext cx="0" cy="0"/>
          <a:chOff x="0" y="0"/>
          <a:chExt cx="0" cy="0"/>
        </a:xfrm>
      </p:grpSpPr>
      <p:sp>
        <p:nvSpPr>
          <p:cNvPr id="44" name="Google Shape;44;p47"/>
          <p:cNvSpPr txBox="1">
            <a:spLocks noGrp="1"/>
          </p:cNvSpPr>
          <p:nvPr>
            <p:ph type="body" idx="1"/>
          </p:nvPr>
        </p:nvSpPr>
        <p:spPr>
          <a:xfrm>
            <a:off x="643466" y="3485069"/>
            <a:ext cx="11717868" cy="4403207"/>
          </a:xfrm>
          <a:prstGeom prst="rect">
            <a:avLst/>
          </a:prstGeom>
          <a:noFill/>
          <a:ln>
            <a:noFill/>
          </a:ln>
        </p:spPr>
        <p:txBody>
          <a:bodyPr spcFirstLastPara="1" wrap="square" lIns="27075" tIns="27075" rIns="27075" bIns="27075" anchor="t" anchorCtr="0">
            <a:normAutofit/>
          </a:bodyPr>
          <a:lstStyle>
            <a:lvl1pPr marL="457200" lvl="0" indent="-494157" algn="l">
              <a:lnSpc>
                <a:spcPct val="90000"/>
              </a:lnSpc>
              <a:spcBef>
                <a:spcPts val="3200"/>
              </a:spcBef>
              <a:spcAft>
                <a:spcPts val="0"/>
              </a:spcAft>
              <a:buClr>
                <a:srgbClr val="FFFFFF"/>
              </a:buClr>
              <a:buSzPts val="4182"/>
              <a:buFont typeface="Helvetica Neue"/>
              <a:buChar char="•"/>
              <a:defRPr sz="3400"/>
            </a:lvl1pPr>
            <a:lvl2pPr marL="914400" lvl="1" indent="-494157" algn="l">
              <a:lnSpc>
                <a:spcPct val="90000"/>
              </a:lnSpc>
              <a:spcBef>
                <a:spcPts val="3200"/>
              </a:spcBef>
              <a:spcAft>
                <a:spcPts val="0"/>
              </a:spcAft>
              <a:buClr>
                <a:srgbClr val="FFFFFF"/>
              </a:buClr>
              <a:buSzPts val="4182"/>
              <a:buFont typeface="Helvetica Neue"/>
              <a:buChar char="•"/>
              <a:defRPr sz="3400"/>
            </a:lvl2pPr>
            <a:lvl3pPr marL="1371600" lvl="2" indent="-494157" algn="l">
              <a:lnSpc>
                <a:spcPct val="90000"/>
              </a:lnSpc>
              <a:spcBef>
                <a:spcPts val="3200"/>
              </a:spcBef>
              <a:spcAft>
                <a:spcPts val="0"/>
              </a:spcAft>
              <a:buClr>
                <a:srgbClr val="FFFFFF"/>
              </a:buClr>
              <a:buSzPts val="4182"/>
              <a:buFont typeface="Helvetica Neue"/>
              <a:buChar char="•"/>
              <a:defRPr sz="3400"/>
            </a:lvl3pPr>
            <a:lvl4pPr marL="1828800" lvl="3" indent="-494157" algn="l">
              <a:lnSpc>
                <a:spcPct val="90000"/>
              </a:lnSpc>
              <a:spcBef>
                <a:spcPts val="3200"/>
              </a:spcBef>
              <a:spcAft>
                <a:spcPts val="0"/>
              </a:spcAft>
              <a:buClr>
                <a:srgbClr val="FFFFFF"/>
              </a:buClr>
              <a:buSzPts val="4182"/>
              <a:buFont typeface="Helvetica Neue"/>
              <a:buChar char="•"/>
              <a:defRPr sz="3400"/>
            </a:lvl4pPr>
            <a:lvl5pPr marL="2286000" lvl="4" indent="-494157" algn="l">
              <a:lnSpc>
                <a:spcPct val="90000"/>
              </a:lnSpc>
              <a:spcBef>
                <a:spcPts val="3200"/>
              </a:spcBef>
              <a:spcAft>
                <a:spcPts val="0"/>
              </a:spcAft>
              <a:buClr>
                <a:srgbClr val="FFFFFF"/>
              </a:buClr>
              <a:buSzPts val="4182"/>
              <a:buFont typeface="Helvetica Neue"/>
              <a:buChar char="•"/>
              <a:defRPr sz="3400"/>
            </a:lvl5pPr>
            <a:lvl6pPr marL="2743200" lvl="5" indent="-394335" algn="l">
              <a:lnSpc>
                <a:spcPct val="100000"/>
              </a:lnSpc>
              <a:spcBef>
                <a:spcPts val="4200"/>
              </a:spcBef>
              <a:spcAft>
                <a:spcPts val="0"/>
              </a:spcAft>
              <a:buClr>
                <a:srgbClr val="FFFFFF"/>
              </a:buClr>
              <a:buSzPts val="2610"/>
              <a:buChar char="•"/>
              <a:defRPr/>
            </a:lvl6pPr>
            <a:lvl7pPr marL="3200400" lvl="6" indent="-394335" algn="l">
              <a:lnSpc>
                <a:spcPct val="100000"/>
              </a:lnSpc>
              <a:spcBef>
                <a:spcPts val="4200"/>
              </a:spcBef>
              <a:spcAft>
                <a:spcPts val="0"/>
              </a:spcAft>
              <a:buClr>
                <a:srgbClr val="FFFFFF"/>
              </a:buClr>
              <a:buSzPts val="2610"/>
              <a:buChar char="•"/>
              <a:defRPr/>
            </a:lvl7pPr>
            <a:lvl8pPr marL="3657600" lvl="7" indent="-394334" algn="l">
              <a:lnSpc>
                <a:spcPct val="100000"/>
              </a:lnSpc>
              <a:spcBef>
                <a:spcPts val="4200"/>
              </a:spcBef>
              <a:spcAft>
                <a:spcPts val="0"/>
              </a:spcAft>
              <a:buClr>
                <a:srgbClr val="FFFFFF"/>
              </a:buClr>
              <a:buSzPts val="2610"/>
              <a:buChar char="•"/>
              <a:defRPr/>
            </a:lvl8pPr>
            <a:lvl9pPr marL="4114800" lvl="8" indent="-394334" algn="l">
              <a:lnSpc>
                <a:spcPct val="100000"/>
              </a:lnSpc>
              <a:spcBef>
                <a:spcPts val="4200"/>
              </a:spcBef>
              <a:spcAft>
                <a:spcPts val="0"/>
              </a:spcAft>
              <a:buClr>
                <a:srgbClr val="FFFFFF"/>
              </a:buClr>
              <a:buSzPts val="2610"/>
              <a:buChar char="•"/>
              <a:defRPr/>
            </a:lvl9pPr>
          </a:lstStyle>
          <a:p>
            <a:endParaRPr/>
          </a:p>
        </p:txBody>
      </p:sp>
      <p:sp>
        <p:nvSpPr>
          <p:cNvPr id="45" name="Google Shape;45;p47"/>
          <p:cNvSpPr txBox="1">
            <a:spLocks noGrp="1"/>
          </p:cNvSpPr>
          <p:nvPr>
            <p:ph type="sldNum" idx="12"/>
          </p:nvPr>
        </p:nvSpPr>
        <p:spPr>
          <a:xfrm>
            <a:off x="6380889" y="8167799"/>
            <a:ext cx="236357" cy="227721"/>
          </a:xfrm>
          <a:prstGeom prst="rect">
            <a:avLst/>
          </a:prstGeom>
          <a:noFill/>
          <a:ln>
            <a:noFill/>
          </a:ln>
        </p:spPr>
        <p:txBody>
          <a:bodyPr spcFirstLastPara="1" wrap="square" lIns="27075" tIns="27075" rIns="27075" bIns="27075" anchor="b" anchorCtr="0">
            <a:spAutoFit/>
          </a:bodyPr>
          <a:lstStyle>
            <a:lvl1pPr marL="0" marR="0" lvl="0"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1pPr>
            <a:lvl2pPr marL="0" marR="0" lvl="1"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2pPr>
            <a:lvl3pPr marL="0" marR="0" lvl="2"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3pPr>
            <a:lvl4pPr marL="0" marR="0" lvl="3"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4pPr>
            <a:lvl5pPr marL="0" marR="0" lvl="4"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5pPr>
            <a:lvl6pPr marL="0" marR="0" lvl="5"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6pPr>
            <a:lvl7pPr marL="0" marR="0" lvl="6"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7pPr>
            <a:lvl8pPr marL="0" marR="0" lvl="7"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8pPr>
            <a:lvl9pPr marL="0" marR="0" lvl="8"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Bullets &amp; Photo">
  <p:cSld name="Title, Bullets &amp; Photo">
    <p:spTree>
      <p:nvGrpSpPr>
        <p:cNvPr id="1" name="Shape 46"/>
        <p:cNvGrpSpPr/>
        <p:nvPr/>
      </p:nvGrpSpPr>
      <p:grpSpPr>
        <a:xfrm>
          <a:off x="0" y="0"/>
          <a:ext cx="0" cy="0"/>
          <a:chOff x="0" y="0"/>
          <a:chExt cx="0" cy="0"/>
        </a:xfrm>
      </p:grpSpPr>
      <p:sp>
        <p:nvSpPr>
          <p:cNvPr id="47" name="Google Shape;47;p48"/>
          <p:cNvSpPr txBox="1">
            <a:spLocks noGrp="1"/>
          </p:cNvSpPr>
          <p:nvPr>
            <p:ph type="title"/>
          </p:nvPr>
        </p:nvSpPr>
        <p:spPr>
          <a:xfrm>
            <a:off x="643466" y="1727199"/>
            <a:ext cx="5215468" cy="765388"/>
          </a:xfrm>
          <a:prstGeom prst="rect">
            <a:avLst/>
          </a:prstGeom>
          <a:noFill/>
          <a:ln>
            <a:noFill/>
          </a:ln>
        </p:spPr>
        <p:txBody>
          <a:bodyPr spcFirstLastPara="1" wrap="square" lIns="27075" tIns="27075" rIns="27075" bIns="27075" anchor="t" anchorCtr="0">
            <a:normAutofit/>
          </a:bodyPr>
          <a:lstStyle>
            <a:lvl1pPr lvl="0" algn="l">
              <a:lnSpc>
                <a:spcPct val="80000"/>
              </a:lnSpc>
              <a:spcBef>
                <a:spcPts val="0"/>
              </a:spcBef>
              <a:spcAft>
                <a:spcPts val="0"/>
              </a:spcAft>
              <a:buClr>
                <a:srgbClr val="FFFFFF"/>
              </a:buClr>
              <a:buSzPts val="6000"/>
              <a:buFont typeface="Helvetica Neue"/>
              <a:buNone/>
              <a:defRPr sz="6000" b="1">
                <a:latin typeface="Helvetica Neue"/>
                <a:ea typeface="Helvetica Neue"/>
                <a:cs typeface="Helvetica Neue"/>
                <a:sym typeface="Helvetica Neue"/>
              </a:defRPr>
            </a:lvl1pPr>
            <a:lvl2pPr lvl="1" algn="ctr">
              <a:lnSpc>
                <a:spcPct val="100000"/>
              </a:lnSpc>
              <a:spcBef>
                <a:spcPts val="0"/>
              </a:spcBef>
              <a:spcAft>
                <a:spcPts val="0"/>
              </a:spcAft>
              <a:buClr>
                <a:srgbClr val="FFFFFF"/>
              </a:buClr>
              <a:buSzPts val="1800"/>
              <a:buNone/>
              <a:defRPr/>
            </a:lvl2pPr>
            <a:lvl3pPr lvl="2" algn="ctr">
              <a:lnSpc>
                <a:spcPct val="100000"/>
              </a:lnSpc>
              <a:spcBef>
                <a:spcPts val="0"/>
              </a:spcBef>
              <a:spcAft>
                <a:spcPts val="0"/>
              </a:spcAft>
              <a:buClr>
                <a:srgbClr val="FFFFFF"/>
              </a:buClr>
              <a:buSzPts val="1800"/>
              <a:buNone/>
              <a:defRPr/>
            </a:lvl3pPr>
            <a:lvl4pPr lvl="3" algn="ctr">
              <a:lnSpc>
                <a:spcPct val="100000"/>
              </a:lnSpc>
              <a:spcBef>
                <a:spcPts val="0"/>
              </a:spcBef>
              <a:spcAft>
                <a:spcPts val="0"/>
              </a:spcAft>
              <a:buClr>
                <a:srgbClr val="FFFFFF"/>
              </a:buClr>
              <a:buSzPts val="1800"/>
              <a:buNone/>
              <a:defRPr/>
            </a:lvl4pPr>
            <a:lvl5pPr lvl="4" algn="ctr">
              <a:lnSpc>
                <a:spcPct val="100000"/>
              </a:lnSpc>
              <a:spcBef>
                <a:spcPts val="0"/>
              </a:spcBef>
              <a:spcAft>
                <a:spcPts val="0"/>
              </a:spcAft>
              <a:buClr>
                <a:srgbClr val="FFFFFF"/>
              </a:buClr>
              <a:buSzPts val="1800"/>
              <a:buNone/>
              <a:defRPr/>
            </a:lvl5pPr>
            <a:lvl6pPr lvl="5" algn="ctr">
              <a:lnSpc>
                <a:spcPct val="100000"/>
              </a:lnSpc>
              <a:spcBef>
                <a:spcPts val="0"/>
              </a:spcBef>
              <a:spcAft>
                <a:spcPts val="0"/>
              </a:spcAft>
              <a:buClr>
                <a:srgbClr val="FFFFFF"/>
              </a:buClr>
              <a:buSzPts val="1800"/>
              <a:buNone/>
              <a:defRPr/>
            </a:lvl6pPr>
            <a:lvl7pPr lvl="6" algn="ctr">
              <a:lnSpc>
                <a:spcPct val="100000"/>
              </a:lnSpc>
              <a:spcBef>
                <a:spcPts val="0"/>
              </a:spcBef>
              <a:spcAft>
                <a:spcPts val="0"/>
              </a:spcAft>
              <a:buClr>
                <a:srgbClr val="FFFFFF"/>
              </a:buClr>
              <a:buSzPts val="1800"/>
              <a:buNone/>
              <a:defRPr/>
            </a:lvl7pPr>
            <a:lvl8pPr lvl="7" algn="ctr">
              <a:lnSpc>
                <a:spcPct val="100000"/>
              </a:lnSpc>
              <a:spcBef>
                <a:spcPts val="0"/>
              </a:spcBef>
              <a:spcAft>
                <a:spcPts val="0"/>
              </a:spcAft>
              <a:buClr>
                <a:srgbClr val="FFFFFF"/>
              </a:buClr>
              <a:buSzPts val="1800"/>
              <a:buNone/>
              <a:defRPr/>
            </a:lvl8pPr>
            <a:lvl9pPr lvl="8" algn="ctr">
              <a:lnSpc>
                <a:spcPct val="100000"/>
              </a:lnSpc>
              <a:spcBef>
                <a:spcPts val="0"/>
              </a:spcBef>
              <a:spcAft>
                <a:spcPts val="0"/>
              </a:spcAft>
              <a:buClr>
                <a:srgbClr val="FFFFFF"/>
              </a:buClr>
              <a:buSzPts val="1800"/>
              <a:buNone/>
              <a:defRPr/>
            </a:lvl9pPr>
          </a:lstStyle>
          <a:p>
            <a:endParaRPr/>
          </a:p>
        </p:txBody>
      </p:sp>
      <p:sp>
        <p:nvSpPr>
          <p:cNvPr id="48" name="Google Shape;48;p48"/>
          <p:cNvSpPr txBox="1">
            <a:spLocks noGrp="1"/>
          </p:cNvSpPr>
          <p:nvPr>
            <p:ph type="body" idx="1"/>
          </p:nvPr>
        </p:nvSpPr>
        <p:spPr>
          <a:xfrm>
            <a:off x="643466" y="2417046"/>
            <a:ext cx="5215468" cy="498550"/>
          </a:xfrm>
          <a:prstGeom prst="rect">
            <a:avLst/>
          </a:prstGeom>
          <a:noFill/>
          <a:ln>
            <a:noFill/>
          </a:ln>
        </p:spPr>
        <p:txBody>
          <a:bodyPr spcFirstLastPara="1" wrap="square" lIns="24375" tIns="24375" rIns="24375" bIns="24375" anchor="t" anchorCtr="0">
            <a:normAutofit/>
          </a:bodyPr>
          <a:lstStyle>
            <a:lvl1pPr marL="457200" lvl="0" indent="-228600" algn="l">
              <a:lnSpc>
                <a:spcPct val="100000"/>
              </a:lnSpc>
              <a:spcBef>
                <a:spcPts val="0"/>
              </a:spcBef>
              <a:spcAft>
                <a:spcPts val="0"/>
              </a:spcAft>
              <a:buClr>
                <a:srgbClr val="FFFFFF"/>
              </a:buClr>
              <a:buSzPts val="2964"/>
              <a:buFont typeface="Helvetica Neue"/>
              <a:buNone/>
              <a:defRPr sz="2964" b="1"/>
            </a:lvl1pPr>
            <a:lvl2pPr marL="914400" lvl="1" indent="-394335" algn="l">
              <a:lnSpc>
                <a:spcPct val="100000"/>
              </a:lnSpc>
              <a:spcBef>
                <a:spcPts val="4200"/>
              </a:spcBef>
              <a:spcAft>
                <a:spcPts val="0"/>
              </a:spcAft>
              <a:buClr>
                <a:srgbClr val="FFFFFF"/>
              </a:buClr>
              <a:buSzPts val="2610"/>
              <a:buChar char="•"/>
              <a:defRPr/>
            </a:lvl2pPr>
            <a:lvl3pPr marL="1371600" lvl="2" indent="-394335" algn="l">
              <a:lnSpc>
                <a:spcPct val="100000"/>
              </a:lnSpc>
              <a:spcBef>
                <a:spcPts val="4200"/>
              </a:spcBef>
              <a:spcAft>
                <a:spcPts val="0"/>
              </a:spcAft>
              <a:buClr>
                <a:srgbClr val="FFFFFF"/>
              </a:buClr>
              <a:buSzPts val="2610"/>
              <a:buChar char="•"/>
              <a:defRPr/>
            </a:lvl3pPr>
            <a:lvl4pPr marL="1828800" lvl="3" indent="-394335" algn="l">
              <a:lnSpc>
                <a:spcPct val="100000"/>
              </a:lnSpc>
              <a:spcBef>
                <a:spcPts val="4200"/>
              </a:spcBef>
              <a:spcAft>
                <a:spcPts val="0"/>
              </a:spcAft>
              <a:buClr>
                <a:srgbClr val="FFFFFF"/>
              </a:buClr>
              <a:buSzPts val="2610"/>
              <a:buChar char="•"/>
              <a:defRPr/>
            </a:lvl4pPr>
            <a:lvl5pPr marL="2286000" lvl="4" indent="-394335" algn="l">
              <a:lnSpc>
                <a:spcPct val="100000"/>
              </a:lnSpc>
              <a:spcBef>
                <a:spcPts val="4200"/>
              </a:spcBef>
              <a:spcAft>
                <a:spcPts val="0"/>
              </a:spcAft>
              <a:buClr>
                <a:srgbClr val="FFFFFF"/>
              </a:buClr>
              <a:buSzPts val="2610"/>
              <a:buChar char="•"/>
              <a:defRPr/>
            </a:lvl5pPr>
            <a:lvl6pPr marL="2743200" lvl="5" indent="-394335" algn="l">
              <a:lnSpc>
                <a:spcPct val="100000"/>
              </a:lnSpc>
              <a:spcBef>
                <a:spcPts val="4200"/>
              </a:spcBef>
              <a:spcAft>
                <a:spcPts val="0"/>
              </a:spcAft>
              <a:buClr>
                <a:srgbClr val="FFFFFF"/>
              </a:buClr>
              <a:buSzPts val="2610"/>
              <a:buChar char="•"/>
              <a:defRPr/>
            </a:lvl6pPr>
            <a:lvl7pPr marL="3200400" lvl="6" indent="-394335" algn="l">
              <a:lnSpc>
                <a:spcPct val="100000"/>
              </a:lnSpc>
              <a:spcBef>
                <a:spcPts val="4200"/>
              </a:spcBef>
              <a:spcAft>
                <a:spcPts val="0"/>
              </a:spcAft>
              <a:buClr>
                <a:srgbClr val="FFFFFF"/>
              </a:buClr>
              <a:buSzPts val="2610"/>
              <a:buChar char="•"/>
              <a:defRPr/>
            </a:lvl7pPr>
            <a:lvl8pPr marL="3657600" lvl="7" indent="-394334" algn="l">
              <a:lnSpc>
                <a:spcPct val="100000"/>
              </a:lnSpc>
              <a:spcBef>
                <a:spcPts val="4200"/>
              </a:spcBef>
              <a:spcAft>
                <a:spcPts val="0"/>
              </a:spcAft>
              <a:buClr>
                <a:srgbClr val="FFFFFF"/>
              </a:buClr>
              <a:buSzPts val="2610"/>
              <a:buChar char="•"/>
              <a:defRPr/>
            </a:lvl8pPr>
            <a:lvl9pPr marL="4114800" lvl="8" indent="-394334" algn="l">
              <a:lnSpc>
                <a:spcPct val="100000"/>
              </a:lnSpc>
              <a:spcBef>
                <a:spcPts val="4200"/>
              </a:spcBef>
              <a:spcAft>
                <a:spcPts val="0"/>
              </a:spcAft>
              <a:buClr>
                <a:srgbClr val="FFFFFF"/>
              </a:buClr>
              <a:buSzPts val="2610"/>
              <a:buChar char="•"/>
              <a:defRPr/>
            </a:lvl9pPr>
          </a:lstStyle>
          <a:p>
            <a:endParaRPr/>
          </a:p>
        </p:txBody>
      </p:sp>
      <p:sp>
        <p:nvSpPr>
          <p:cNvPr id="49" name="Google Shape;49;p48"/>
          <p:cNvSpPr txBox="1">
            <a:spLocks noGrp="1"/>
          </p:cNvSpPr>
          <p:nvPr>
            <p:ph type="body" idx="2"/>
          </p:nvPr>
        </p:nvSpPr>
        <p:spPr>
          <a:xfrm>
            <a:off x="643466" y="3485069"/>
            <a:ext cx="5215468" cy="4403207"/>
          </a:xfrm>
          <a:prstGeom prst="rect">
            <a:avLst/>
          </a:prstGeom>
          <a:noFill/>
          <a:ln>
            <a:noFill/>
          </a:ln>
        </p:spPr>
        <p:txBody>
          <a:bodyPr spcFirstLastPara="1" wrap="square" lIns="27075" tIns="27075" rIns="27075" bIns="27075" anchor="t" anchorCtr="0">
            <a:normAutofit/>
          </a:bodyPr>
          <a:lstStyle>
            <a:lvl1pPr marL="457200" lvl="0" indent="-494157" algn="l">
              <a:lnSpc>
                <a:spcPct val="90000"/>
              </a:lnSpc>
              <a:spcBef>
                <a:spcPts val="3200"/>
              </a:spcBef>
              <a:spcAft>
                <a:spcPts val="0"/>
              </a:spcAft>
              <a:buClr>
                <a:srgbClr val="FFFFFF"/>
              </a:buClr>
              <a:buSzPts val="4182"/>
              <a:buFont typeface="Helvetica Neue"/>
              <a:buChar char="•"/>
              <a:defRPr sz="3400"/>
            </a:lvl1pPr>
            <a:lvl2pPr marL="914400" lvl="1" indent="-494157" algn="l">
              <a:lnSpc>
                <a:spcPct val="90000"/>
              </a:lnSpc>
              <a:spcBef>
                <a:spcPts val="3200"/>
              </a:spcBef>
              <a:spcAft>
                <a:spcPts val="0"/>
              </a:spcAft>
              <a:buClr>
                <a:srgbClr val="FFFFFF"/>
              </a:buClr>
              <a:buSzPts val="4182"/>
              <a:buFont typeface="Helvetica Neue"/>
              <a:buChar char="•"/>
              <a:defRPr sz="3400"/>
            </a:lvl2pPr>
            <a:lvl3pPr marL="1371600" lvl="2" indent="-494157" algn="l">
              <a:lnSpc>
                <a:spcPct val="90000"/>
              </a:lnSpc>
              <a:spcBef>
                <a:spcPts val="3200"/>
              </a:spcBef>
              <a:spcAft>
                <a:spcPts val="0"/>
              </a:spcAft>
              <a:buClr>
                <a:srgbClr val="FFFFFF"/>
              </a:buClr>
              <a:buSzPts val="4182"/>
              <a:buFont typeface="Helvetica Neue"/>
              <a:buChar char="•"/>
              <a:defRPr sz="3400"/>
            </a:lvl3pPr>
            <a:lvl4pPr marL="1828800" lvl="3" indent="-494157" algn="l">
              <a:lnSpc>
                <a:spcPct val="90000"/>
              </a:lnSpc>
              <a:spcBef>
                <a:spcPts val="3200"/>
              </a:spcBef>
              <a:spcAft>
                <a:spcPts val="0"/>
              </a:spcAft>
              <a:buClr>
                <a:srgbClr val="FFFFFF"/>
              </a:buClr>
              <a:buSzPts val="4182"/>
              <a:buFont typeface="Helvetica Neue"/>
              <a:buChar char="•"/>
              <a:defRPr sz="3400"/>
            </a:lvl4pPr>
            <a:lvl5pPr marL="2286000" lvl="4" indent="-494157" algn="l">
              <a:lnSpc>
                <a:spcPct val="90000"/>
              </a:lnSpc>
              <a:spcBef>
                <a:spcPts val="3200"/>
              </a:spcBef>
              <a:spcAft>
                <a:spcPts val="0"/>
              </a:spcAft>
              <a:buClr>
                <a:srgbClr val="FFFFFF"/>
              </a:buClr>
              <a:buSzPts val="4182"/>
              <a:buFont typeface="Helvetica Neue"/>
              <a:buChar char="•"/>
              <a:defRPr sz="3400"/>
            </a:lvl5pPr>
            <a:lvl6pPr marL="2743200" lvl="5" indent="-394335" algn="l">
              <a:lnSpc>
                <a:spcPct val="100000"/>
              </a:lnSpc>
              <a:spcBef>
                <a:spcPts val="4200"/>
              </a:spcBef>
              <a:spcAft>
                <a:spcPts val="0"/>
              </a:spcAft>
              <a:buClr>
                <a:srgbClr val="FFFFFF"/>
              </a:buClr>
              <a:buSzPts val="2610"/>
              <a:buChar char="•"/>
              <a:defRPr/>
            </a:lvl6pPr>
            <a:lvl7pPr marL="3200400" lvl="6" indent="-394335" algn="l">
              <a:lnSpc>
                <a:spcPct val="100000"/>
              </a:lnSpc>
              <a:spcBef>
                <a:spcPts val="4200"/>
              </a:spcBef>
              <a:spcAft>
                <a:spcPts val="0"/>
              </a:spcAft>
              <a:buClr>
                <a:srgbClr val="FFFFFF"/>
              </a:buClr>
              <a:buSzPts val="2610"/>
              <a:buChar char="•"/>
              <a:defRPr/>
            </a:lvl7pPr>
            <a:lvl8pPr marL="3657600" lvl="7" indent="-394334" algn="l">
              <a:lnSpc>
                <a:spcPct val="100000"/>
              </a:lnSpc>
              <a:spcBef>
                <a:spcPts val="4200"/>
              </a:spcBef>
              <a:spcAft>
                <a:spcPts val="0"/>
              </a:spcAft>
              <a:buClr>
                <a:srgbClr val="FFFFFF"/>
              </a:buClr>
              <a:buSzPts val="2610"/>
              <a:buChar char="•"/>
              <a:defRPr/>
            </a:lvl8pPr>
            <a:lvl9pPr marL="4114800" lvl="8" indent="-394334" algn="l">
              <a:lnSpc>
                <a:spcPct val="100000"/>
              </a:lnSpc>
              <a:spcBef>
                <a:spcPts val="4200"/>
              </a:spcBef>
              <a:spcAft>
                <a:spcPts val="0"/>
              </a:spcAft>
              <a:buClr>
                <a:srgbClr val="FFFFFF"/>
              </a:buClr>
              <a:buSzPts val="2610"/>
              <a:buChar char="•"/>
              <a:defRPr/>
            </a:lvl9pPr>
          </a:lstStyle>
          <a:p>
            <a:endParaRPr/>
          </a:p>
        </p:txBody>
      </p:sp>
      <p:sp>
        <p:nvSpPr>
          <p:cNvPr id="50" name="Google Shape;50;p48"/>
          <p:cNvSpPr>
            <a:spLocks noGrp="1"/>
          </p:cNvSpPr>
          <p:nvPr>
            <p:ph type="pic" idx="3"/>
          </p:nvPr>
        </p:nvSpPr>
        <p:spPr>
          <a:xfrm>
            <a:off x="3402773" y="1893252"/>
            <a:ext cx="12015895" cy="5969852"/>
          </a:xfrm>
          <a:prstGeom prst="rect">
            <a:avLst/>
          </a:prstGeom>
          <a:noFill/>
          <a:ln>
            <a:noFill/>
          </a:ln>
        </p:spPr>
      </p:sp>
      <p:sp>
        <p:nvSpPr>
          <p:cNvPr id="51" name="Google Shape;51;p48"/>
          <p:cNvSpPr txBox="1">
            <a:spLocks noGrp="1"/>
          </p:cNvSpPr>
          <p:nvPr>
            <p:ph type="sldNum" idx="12"/>
          </p:nvPr>
        </p:nvSpPr>
        <p:spPr>
          <a:xfrm>
            <a:off x="6380889" y="8167799"/>
            <a:ext cx="236357" cy="227721"/>
          </a:xfrm>
          <a:prstGeom prst="rect">
            <a:avLst/>
          </a:prstGeom>
          <a:noFill/>
          <a:ln>
            <a:noFill/>
          </a:ln>
        </p:spPr>
        <p:txBody>
          <a:bodyPr spcFirstLastPara="1" wrap="square" lIns="27075" tIns="27075" rIns="27075" bIns="27075" anchor="b" anchorCtr="0">
            <a:spAutoFit/>
          </a:bodyPr>
          <a:lstStyle>
            <a:lvl1pPr marL="0" marR="0" lvl="0"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1pPr>
            <a:lvl2pPr marL="0" marR="0" lvl="1"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2pPr>
            <a:lvl3pPr marL="0" marR="0" lvl="2"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3pPr>
            <a:lvl4pPr marL="0" marR="0" lvl="3"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4pPr>
            <a:lvl5pPr marL="0" marR="0" lvl="4"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5pPr>
            <a:lvl6pPr marL="0" marR="0" lvl="5"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6pPr>
            <a:lvl7pPr marL="0" marR="0" lvl="6"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7pPr>
            <a:lvl8pPr marL="0" marR="0" lvl="7"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8pPr>
            <a:lvl9pPr marL="0" marR="0" lvl="8"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Section">
  <p:cSld name="Section">
    <p:spTree>
      <p:nvGrpSpPr>
        <p:cNvPr id="1" name="Shape 52"/>
        <p:cNvGrpSpPr/>
        <p:nvPr/>
      </p:nvGrpSpPr>
      <p:grpSpPr>
        <a:xfrm>
          <a:off x="0" y="0"/>
          <a:ext cx="0" cy="0"/>
          <a:chOff x="0" y="0"/>
          <a:chExt cx="0" cy="0"/>
        </a:xfrm>
      </p:grpSpPr>
      <p:sp>
        <p:nvSpPr>
          <p:cNvPr id="53" name="Google Shape;53;p49"/>
          <p:cNvSpPr txBox="1">
            <a:spLocks noGrp="1"/>
          </p:cNvSpPr>
          <p:nvPr>
            <p:ph type="title"/>
          </p:nvPr>
        </p:nvSpPr>
        <p:spPr>
          <a:xfrm>
            <a:off x="643464" y="3637279"/>
            <a:ext cx="11717870" cy="2479042"/>
          </a:xfrm>
          <a:prstGeom prst="rect">
            <a:avLst/>
          </a:prstGeom>
          <a:noFill/>
          <a:ln>
            <a:noFill/>
          </a:ln>
        </p:spPr>
        <p:txBody>
          <a:bodyPr spcFirstLastPara="1" wrap="square" lIns="27075" tIns="27075" rIns="27075" bIns="27075" anchor="ctr" anchorCtr="0">
            <a:normAutofit/>
          </a:bodyPr>
          <a:lstStyle>
            <a:lvl1pPr lvl="0" algn="l">
              <a:lnSpc>
                <a:spcPct val="80000"/>
              </a:lnSpc>
              <a:spcBef>
                <a:spcPts val="0"/>
              </a:spcBef>
              <a:spcAft>
                <a:spcPts val="0"/>
              </a:spcAft>
              <a:buClr>
                <a:srgbClr val="FFFFFF"/>
              </a:buClr>
              <a:buSzPts val="8200"/>
              <a:buFont typeface="Helvetica Neue"/>
              <a:buNone/>
              <a:defRPr sz="8200"/>
            </a:lvl1pPr>
            <a:lvl2pPr lvl="1" algn="ctr">
              <a:lnSpc>
                <a:spcPct val="100000"/>
              </a:lnSpc>
              <a:spcBef>
                <a:spcPts val="0"/>
              </a:spcBef>
              <a:spcAft>
                <a:spcPts val="0"/>
              </a:spcAft>
              <a:buClr>
                <a:srgbClr val="FFFFFF"/>
              </a:buClr>
              <a:buSzPts val="1800"/>
              <a:buNone/>
              <a:defRPr/>
            </a:lvl2pPr>
            <a:lvl3pPr lvl="2" algn="ctr">
              <a:lnSpc>
                <a:spcPct val="100000"/>
              </a:lnSpc>
              <a:spcBef>
                <a:spcPts val="0"/>
              </a:spcBef>
              <a:spcAft>
                <a:spcPts val="0"/>
              </a:spcAft>
              <a:buClr>
                <a:srgbClr val="FFFFFF"/>
              </a:buClr>
              <a:buSzPts val="1800"/>
              <a:buNone/>
              <a:defRPr/>
            </a:lvl3pPr>
            <a:lvl4pPr lvl="3" algn="ctr">
              <a:lnSpc>
                <a:spcPct val="100000"/>
              </a:lnSpc>
              <a:spcBef>
                <a:spcPts val="0"/>
              </a:spcBef>
              <a:spcAft>
                <a:spcPts val="0"/>
              </a:spcAft>
              <a:buClr>
                <a:srgbClr val="FFFFFF"/>
              </a:buClr>
              <a:buSzPts val="1800"/>
              <a:buNone/>
              <a:defRPr/>
            </a:lvl4pPr>
            <a:lvl5pPr lvl="4" algn="ctr">
              <a:lnSpc>
                <a:spcPct val="100000"/>
              </a:lnSpc>
              <a:spcBef>
                <a:spcPts val="0"/>
              </a:spcBef>
              <a:spcAft>
                <a:spcPts val="0"/>
              </a:spcAft>
              <a:buClr>
                <a:srgbClr val="FFFFFF"/>
              </a:buClr>
              <a:buSzPts val="1800"/>
              <a:buNone/>
              <a:defRPr/>
            </a:lvl5pPr>
            <a:lvl6pPr lvl="5" algn="ctr">
              <a:lnSpc>
                <a:spcPct val="100000"/>
              </a:lnSpc>
              <a:spcBef>
                <a:spcPts val="0"/>
              </a:spcBef>
              <a:spcAft>
                <a:spcPts val="0"/>
              </a:spcAft>
              <a:buClr>
                <a:srgbClr val="FFFFFF"/>
              </a:buClr>
              <a:buSzPts val="1800"/>
              <a:buNone/>
              <a:defRPr/>
            </a:lvl6pPr>
            <a:lvl7pPr lvl="6" algn="ctr">
              <a:lnSpc>
                <a:spcPct val="100000"/>
              </a:lnSpc>
              <a:spcBef>
                <a:spcPts val="0"/>
              </a:spcBef>
              <a:spcAft>
                <a:spcPts val="0"/>
              </a:spcAft>
              <a:buClr>
                <a:srgbClr val="FFFFFF"/>
              </a:buClr>
              <a:buSzPts val="1800"/>
              <a:buNone/>
              <a:defRPr/>
            </a:lvl7pPr>
            <a:lvl8pPr lvl="7" algn="ctr">
              <a:lnSpc>
                <a:spcPct val="100000"/>
              </a:lnSpc>
              <a:spcBef>
                <a:spcPts val="0"/>
              </a:spcBef>
              <a:spcAft>
                <a:spcPts val="0"/>
              </a:spcAft>
              <a:buClr>
                <a:srgbClr val="FFFFFF"/>
              </a:buClr>
              <a:buSzPts val="1800"/>
              <a:buNone/>
              <a:defRPr/>
            </a:lvl8pPr>
            <a:lvl9pPr lvl="8" algn="ctr">
              <a:lnSpc>
                <a:spcPct val="100000"/>
              </a:lnSpc>
              <a:spcBef>
                <a:spcPts val="0"/>
              </a:spcBef>
              <a:spcAft>
                <a:spcPts val="0"/>
              </a:spcAft>
              <a:buClr>
                <a:srgbClr val="FFFFFF"/>
              </a:buClr>
              <a:buSzPts val="1800"/>
              <a:buNone/>
              <a:defRPr/>
            </a:lvl9pPr>
          </a:lstStyle>
          <a:p>
            <a:endParaRPr/>
          </a:p>
        </p:txBody>
      </p:sp>
      <p:sp>
        <p:nvSpPr>
          <p:cNvPr id="54" name="Google Shape;54;p49"/>
          <p:cNvSpPr txBox="1">
            <a:spLocks noGrp="1"/>
          </p:cNvSpPr>
          <p:nvPr>
            <p:ph type="sldNum" idx="12"/>
          </p:nvPr>
        </p:nvSpPr>
        <p:spPr>
          <a:xfrm>
            <a:off x="6380889" y="8170057"/>
            <a:ext cx="236357" cy="227721"/>
          </a:xfrm>
          <a:prstGeom prst="rect">
            <a:avLst/>
          </a:prstGeom>
          <a:noFill/>
          <a:ln>
            <a:noFill/>
          </a:ln>
        </p:spPr>
        <p:txBody>
          <a:bodyPr spcFirstLastPara="1" wrap="square" lIns="27075" tIns="27075" rIns="27075" bIns="27075" anchor="b" anchorCtr="0">
            <a:spAutoFit/>
          </a:bodyPr>
          <a:lstStyle>
            <a:lvl1pPr marL="0" marR="0" lvl="0"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1pPr>
            <a:lvl2pPr marL="0" marR="0" lvl="1"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2pPr>
            <a:lvl3pPr marL="0" marR="0" lvl="2"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3pPr>
            <a:lvl4pPr marL="0" marR="0" lvl="3"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4pPr>
            <a:lvl5pPr marL="0" marR="0" lvl="4"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5pPr>
            <a:lvl6pPr marL="0" marR="0" lvl="5"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6pPr>
            <a:lvl7pPr marL="0" marR="0" lvl="6"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7pPr>
            <a:lvl8pPr marL="0" marR="0" lvl="7"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8pPr>
            <a:lvl9pPr marL="0" marR="0" lvl="8"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Only">
  <p:cSld name="Title Only">
    <p:spTree>
      <p:nvGrpSpPr>
        <p:cNvPr id="1" name="Shape 55"/>
        <p:cNvGrpSpPr/>
        <p:nvPr/>
      </p:nvGrpSpPr>
      <p:grpSpPr>
        <a:xfrm>
          <a:off x="0" y="0"/>
          <a:ext cx="0" cy="0"/>
          <a:chOff x="0" y="0"/>
          <a:chExt cx="0" cy="0"/>
        </a:xfrm>
      </p:grpSpPr>
      <p:sp>
        <p:nvSpPr>
          <p:cNvPr id="56" name="Google Shape;56;p50"/>
          <p:cNvSpPr txBox="1">
            <a:spLocks noGrp="1"/>
          </p:cNvSpPr>
          <p:nvPr>
            <p:ph type="title"/>
          </p:nvPr>
        </p:nvSpPr>
        <p:spPr>
          <a:xfrm>
            <a:off x="643466" y="1727199"/>
            <a:ext cx="11717868" cy="765307"/>
          </a:xfrm>
          <a:prstGeom prst="rect">
            <a:avLst/>
          </a:prstGeom>
          <a:noFill/>
          <a:ln>
            <a:noFill/>
          </a:ln>
        </p:spPr>
        <p:txBody>
          <a:bodyPr spcFirstLastPara="1" wrap="square" lIns="27075" tIns="27075" rIns="27075" bIns="27075" anchor="t" anchorCtr="0">
            <a:normAutofit/>
          </a:bodyPr>
          <a:lstStyle>
            <a:lvl1pPr lvl="0" algn="l">
              <a:lnSpc>
                <a:spcPct val="80000"/>
              </a:lnSpc>
              <a:spcBef>
                <a:spcPts val="0"/>
              </a:spcBef>
              <a:spcAft>
                <a:spcPts val="0"/>
              </a:spcAft>
              <a:buClr>
                <a:srgbClr val="FFFFFF"/>
              </a:buClr>
              <a:buSzPts val="6000"/>
              <a:buFont typeface="Helvetica Neue"/>
              <a:buNone/>
              <a:defRPr sz="6000" b="1">
                <a:latin typeface="Helvetica Neue"/>
                <a:ea typeface="Helvetica Neue"/>
                <a:cs typeface="Helvetica Neue"/>
                <a:sym typeface="Helvetica Neue"/>
              </a:defRPr>
            </a:lvl1pPr>
            <a:lvl2pPr lvl="1" algn="ctr">
              <a:lnSpc>
                <a:spcPct val="100000"/>
              </a:lnSpc>
              <a:spcBef>
                <a:spcPts val="0"/>
              </a:spcBef>
              <a:spcAft>
                <a:spcPts val="0"/>
              </a:spcAft>
              <a:buClr>
                <a:srgbClr val="FFFFFF"/>
              </a:buClr>
              <a:buSzPts val="1800"/>
              <a:buNone/>
              <a:defRPr/>
            </a:lvl2pPr>
            <a:lvl3pPr lvl="2" algn="ctr">
              <a:lnSpc>
                <a:spcPct val="100000"/>
              </a:lnSpc>
              <a:spcBef>
                <a:spcPts val="0"/>
              </a:spcBef>
              <a:spcAft>
                <a:spcPts val="0"/>
              </a:spcAft>
              <a:buClr>
                <a:srgbClr val="FFFFFF"/>
              </a:buClr>
              <a:buSzPts val="1800"/>
              <a:buNone/>
              <a:defRPr/>
            </a:lvl3pPr>
            <a:lvl4pPr lvl="3" algn="ctr">
              <a:lnSpc>
                <a:spcPct val="100000"/>
              </a:lnSpc>
              <a:spcBef>
                <a:spcPts val="0"/>
              </a:spcBef>
              <a:spcAft>
                <a:spcPts val="0"/>
              </a:spcAft>
              <a:buClr>
                <a:srgbClr val="FFFFFF"/>
              </a:buClr>
              <a:buSzPts val="1800"/>
              <a:buNone/>
              <a:defRPr/>
            </a:lvl4pPr>
            <a:lvl5pPr lvl="4" algn="ctr">
              <a:lnSpc>
                <a:spcPct val="100000"/>
              </a:lnSpc>
              <a:spcBef>
                <a:spcPts val="0"/>
              </a:spcBef>
              <a:spcAft>
                <a:spcPts val="0"/>
              </a:spcAft>
              <a:buClr>
                <a:srgbClr val="FFFFFF"/>
              </a:buClr>
              <a:buSzPts val="1800"/>
              <a:buNone/>
              <a:defRPr/>
            </a:lvl5pPr>
            <a:lvl6pPr lvl="5" algn="ctr">
              <a:lnSpc>
                <a:spcPct val="100000"/>
              </a:lnSpc>
              <a:spcBef>
                <a:spcPts val="0"/>
              </a:spcBef>
              <a:spcAft>
                <a:spcPts val="0"/>
              </a:spcAft>
              <a:buClr>
                <a:srgbClr val="FFFFFF"/>
              </a:buClr>
              <a:buSzPts val="1800"/>
              <a:buNone/>
              <a:defRPr/>
            </a:lvl6pPr>
            <a:lvl7pPr lvl="6" algn="ctr">
              <a:lnSpc>
                <a:spcPct val="100000"/>
              </a:lnSpc>
              <a:spcBef>
                <a:spcPts val="0"/>
              </a:spcBef>
              <a:spcAft>
                <a:spcPts val="0"/>
              </a:spcAft>
              <a:buClr>
                <a:srgbClr val="FFFFFF"/>
              </a:buClr>
              <a:buSzPts val="1800"/>
              <a:buNone/>
              <a:defRPr/>
            </a:lvl7pPr>
            <a:lvl8pPr lvl="7" algn="ctr">
              <a:lnSpc>
                <a:spcPct val="100000"/>
              </a:lnSpc>
              <a:spcBef>
                <a:spcPts val="0"/>
              </a:spcBef>
              <a:spcAft>
                <a:spcPts val="0"/>
              </a:spcAft>
              <a:buClr>
                <a:srgbClr val="FFFFFF"/>
              </a:buClr>
              <a:buSzPts val="1800"/>
              <a:buNone/>
              <a:defRPr/>
            </a:lvl8pPr>
            <a:lvl9pPr lvl="8" algn="ctr">
              <a:lnSpc>
                <a:spcPct val="100000"/>
              </a:lnSpc>
              <a:spcBef>
                <a:spcPts val="0"/>
              </a:spcBef>
              <a:spcAft>
                <a:spcPts val="0"/>
              </a:spcAft>
              <a:buClr>
                <a:srgbClr val="FFFFFF"/>
              </a:buClr>
              <a:buSzPts val="1800"/>
              <a:buNone/>
              <a:defRPr/>
            </a:lvl9pPr>
          </a:lstStyle>
          <a:p>
            <a:endParaRPr/>
          </a:p>
        </p:txBody>
      </p:sp>
      <p:sp>
        <p:nvSpPr>
          <p:cNvPr id="57" name="Google Shape;57;p50"/>
          <p:cNvSpPr txBox="1">
            <a:spLocks noGrp="1"/>
          </p:cNvSpPr>
          <p:nvPr>
            <p:ph type="body" idx="1"/>
          </p:nvPr>
        </p:nvSpPr>
        <p:spPr>
          <a:xfrm>
            <a:off x="643466" y="2417046"/>
            <a:ext cx="11717868" cy="498550"/>
          </a:xfrm>
          <a:prstGeom prst="rect">
            <a:avLst/>
          </a:prstGeom>
          <a:noFill/>
          <a:ln>
            <a:noFill/>
          </a:ln>
        </p:spPr>
        <p:txBody>
          <a:bodyPr spcFirstLastPara="1" wrap="square" lIns="24375" tIns="24375" rIns="24375" bIns="24375" anchor="t" anchorCtr="0">
            <a:normAutofit/>
          </a:bodyPr>
          <a:lstStyle>
            <a:lvl1pPr marL="457200" lvl="0" indent="-228600" algn="l">
              <a:lnSpc>
                <a:spcPct val="100000"/>
              </a:lnSpc>
              <a:spcBef>
                <a:spcPts val="0"/>
              </a:spcBef>
              <a:spcAft>
                <a:spcPts val="0"/>
              </a:spcAft>
              <a:buClr>
                <a:srgbClr val="FFFFFF"/>
              </a:buClr>
              <a:buSzPts val="2964"/>
              <a:buFont typeface="Helvetica Neue"/>
              <a:buNone/>
              <a:defRPr sz="2964" b="1"/>
            </a:lvl1pPr>
            <a:lvl2pPr marL="914400" lvl="1" indent="-394335" algn="l">
              <a:lnSpc>
                <a:spcPct val="100000"/>
              </a:lnSpc>
              <a:spcBef>
                <a:spcPts val="4200"/>
              </a:spcBef>
              <a:spcAft>
                <a:spcPts val="0"/>
              </a:spcAft>
              <a:buClr>
                <a:srgbClr val="FFFFFF"/>
              </a:buClr>
              <a:buSzPts val="2610"/>
              <a:buChar char="•"/>
              <a:defRPr/>
            </a:lvl2pPr>
            <a:lvl3pPr marL="1371600" lvl="2" indent="-394335" algn="l">
              <a:lnSpc>
                <a:spcPct val="100000"/>
              </a:lnSpc>
              <a:spcBef>
                <a:spcPts val="4200"/>
              </a:spcBef>
              <a:spcAft>
                <a:spcPts val="0"/>
              </a:spcAft>
              <a:buClr>
                <a:srgbClr val="FFFFFF"/>
              </a:buClr>
              <a:buSzPts val="2610"/>
              <a:buChar char="•"/>
              <a:defRPr/>
            </a:lvl3pPr>
            <a:lvl4pPr marL="1828800" lvl="3" indent="-394335" algn="l">
              <a:lnSpc>
                <a:spcPct val="100000"/>
              </a:lnSpc>
              <a:spcBef>
                <a:spcPts val="4200"/>
              </a:spcBef>
              <a:spcAft>
                <a:spcPts val="0"/>
              </a:spcAft>
              <a:buClr>
                <a:srgbClr val="FFFFFF"/>
              </a:buClr>
              <a:buSzPts val="2610"/>
              <a:buChar char="•"/>
              <a:defRPr/>
            </a:lvl4pPr>
            <a:lvl5pPr marL="2286000" lvl="4" indent="-394335" algn="l">
              <a:lnSpc>
                <a:spcPct val="100000"/>
              </a:lnSpc>
              <a:spcBef>
                <a:spcPts val="4200"/>
              </a:spcBef>
              <a:spcAft>
                <a:spcPts val="0"/>
              </a:spcAft>
              <a:buClr>
                <a:srgbClr val="FFFFFF"/>
              </a:buClr>
              <a:buSzPts val="2610"/>
              <a:buChar char="•"/>
              <a:defRPr/>
            </a:lvl5pPr>
            <a:lvl6pPr marL="2743200" lvl="5" indent="-394335" algn="l">
              <a:lnSpc>
                <a:spcPct val="100000"/>
              </a:lnSpc>
              <a:spcBef>
                <a:spcPts val="4200"/>
              </a:spcBef>
              <a:spcAft>
                <a:spcPts val="0"/>
              </a:spcAft>
              <a:buClr>
                <a:srgbClr val="FFFFFF"/>
              </a:buClr>
              <a:buSzPts val="2610"/>
              <a:buChar char="•"/>
              <a:defRPr/>
            </a:lvl6pPr>
            <a:lvl7pPr marL="3200400" lvl="6" indent="-394335" algn="l">
              <a:lnSpc>
                <a:spcPct val="100000"/>
              </a:lnSpc>
              <a:spcBef>
                <a:spcPts val="4200"/>
              </a:spcBef>
              <a:spcAft>
                <a:spcPts val="0"/>
              </a:spcAft>
              <a:buClr>
                <a:srgbClr val="FFFFFF"/>
              </a:buClr>
              <a:buSzPts val="2610"/>
              <a:buChar char="•"/>
              <a:defRPr/>
            </a:lvl7pPr>
            <a:lvl8pPr marL="3657600" lvl="7" indent="-394334" algn="l">
              <a:lnSpc>
                <a:spcPct val="100000"/>
              </a:lnSpc>
              <a:spcBef>
                <a:spcPts val="4200"/>
              </a:spcBef>
              <a:spcAft>
                <a:spcPts val="0"/>
              </a:spcAft>
              <a:buClr>
                <a:srgbClr val="FFFFFF"/>
              </a:buClr>
              <a:buSzPts val="2610"/>
              <a:buChar char="•"/>
              <a:defRPr/>
            </a:lvl8pPr>
            <a:lvl9pPr marL="4114800" lvl="8" indent="-394334" algn="l">
              <a:lnSpc>
                <a:spcPct val="100000"/>
              </a:lnSpc>
              <a:spcBef>
                <a:spcPts val="4200"/>
              </a:spcBef>
              <a:spcAft>
                <a:spcPts val="0"/>
              </a:spcAft>
              <a:buClr>
                <a:srgbClr val="FFFFFF"/>
              </a:buClr>
              <a:buSzPts val="2610"/>
              <a:buChar char="•"/>
              <a:defRPr/>
            </a:lvl9pPr>
          </a:lstStyle>
          <a:p>
            <a:endParaRPr/>
          </a:p>
        </p:txBody>
      </p:sp>
      <p:sp>
        <p:nvSpPr>
          <p:cNvPr id="58" name="Google Shape;58;p50"/>
          <p:cNvSpPr txBox="1">
            <a:spLocks noGrp="1"/>
          </p:cNvSpPr>
          <p:nvPr>
            <p:ph type="sldNum" idx="12"/>
          </p:nvPr>
        </p:nvSpPr>
        <p:spPr>
          <a:xfrm>
            <a:off x="6380889" y="8167799"/>
            <a:ext cx="236357" cy="227721"/>
          </a:xfrm>
          <a:prstGeom prst="rect">
            <a:avLst/>
          </a:prstGeom>
          <a:noFill/>
          <a:ln>
            <a:noFill/>
          </a:ln>
        </p:spPr>
        <p:txBody>
          <a:bodyPr spcFirstLastPara="1" wrap="square" lIns="27075" tIns="27075" rIns="27075" bIns="27075" anchor="b" anchorCtr="0">
            <a:spAutoFit/>
          </a:bodyPr>
          <a:lstStyle>
            <a:lvl1pPr marL="0" marR="0" lvl="0"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1pPr>
            <a:lvl2pPr marL="0" marR="0" lvl="1"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2pPr>
            <a:lvl3pPr marL="0" marR="0" lvl="2"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3pPr>
            <a:lvl4pPr marL="0" marR="0" lvl="3"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4pPr>
            <a:lvl5pPr marL="0" marR="0" lvl="4"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5pPr>
            <a:lvl6pPr marL="0" marR="0" lvl="5"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6pPr>
            <a:lvl7pPr marL="0" marR="0" lvl="6"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7pPr>
            <a:lvl8pPr marL="0" marR="0" lvl="7"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8pPr>
            <a:lvl9pPr marL="0" marR="0" lvl="8"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Agenda">
  <p:cSld name="Agenda">
    <p:spTree>
      <p:nvGrpSpPr>
        <p:cNvPr id="1" name="Shape 59"/>
        <p:cNvGrpSpPr/>
        <p:nvPr/>
      </p:nvGrpSpPr>
      <p:grpSpPr>
        <a:xfrm>
          <a:off x="0" y="0"/>
          <a:ext cx="0" cy="0"/>
          <a:chOff x="0" y="0"/>
          <a:chExt cx="0" cy="0"/>
        </a:xfrm>
      </p:grpSpPr>
      <p:sp>
        <p:nvSpPr>
          <p:cNvPr id="60" name="Google Shape;60;p51"/>
          <p:cNvSpPr txBox="1">
            <a:spLocks noGrp="1"/>
          </p:cNvSpPr>
          <p:nvPr>
            <p:ph type="title"/>
          </p:nvPr>
        </p:nvSpPr>
        <p:spPr>
          <a:xfrm>
            <a:off x="643466" y="1727199"/>
            <a:ext cx="11717868" cy="765388"/>
          </a:xfrm>
          <a:prstGeom prst="rect">
            <a:avLst/>
          </a:prstGeom>
          <a:noFill/>
          <a:ln>
            <a:noFill/>
          </a:ln>
        </p:spPr>
        <p:txBody>
          <a:bodyPr spcFirstLastPara="1" wrap="square" lIns="27075" tIns="27075" rIns="27075" bIns="27075" anchor="t" anchorCtr="0">
            <a:normAutofit/>
          </a:bodyPr>
          <a:lstStyle>
            <a:lvl1pPr lvl="0" algn="l">
              <a:lnSpc>
                <a:spcPct val="80000"/>
              </a:lnSpc>
              <a:spcBef>
                <a:spcPts val="0"/>
              </a:spcBef>
              <a:spcAft>
                <a:spcPts val="0"/>
              </a:spcAft>
              <a:buClr>
                <a:srgbClr val="FFFFFF"/>
              </a:buClr>
              <a:buSzPts val="6000"/>
              <a:buFont typeface="Helvetica Neue"/>
              <a:buNone/>
              <a:defRPr sz="6000" b="1">
                <a:latin typeface="Helvetica Neue"/>
                <a:ea typeface="Helvetica Neue"/>
                <a:cs typeface="Helvetica Neue"/>
                <a:sym typeface="Helvetica Neue"/>
              </a:defRPr>
            </a:lvl1pPr>
            <a:lvl2pPr lvl="1" algn="ctr">
              <a:lnSpc>
                <a:spcPct val="100000"/>
              </a:lnSpc>
              <a:spcBef>
                <a:spcPts val="0"/>
              </a:spcBef>
              <a:spcAft>
                <a:spcPts val="0"/>
              </a:spcAft>
              <a:buClr>
                <a:srgbClr val="FFFFFF"/>
              </a:buClr>
              <a:buSzPts val="1800"/>
              <a:buNone/>
              <a:defRPr/>
            </a:lvl2pPr>
            <a:lvl3pPr lvl="2" algn="ctr">
              <a:lnSpc>
                <a:spcPct val="100000"/>
              </a:lnSpc>
              <a:spcBef>
                <a:spcPts val="0"/>
              </a:spcBef>
              <a:spcAft>
                <a:spcPts val="0"/>
              </a:spcAft>
              <a:buClr>
                <a:srgbClr val="FFFFFF"/>
              </a:buClr>
              <a:buSzPts val="1800"/>
              <a:buNone/>
              <a:defRPr/>
            </a:lvl3pPr>
            <a:lvl4pPr lvl="3" algn="ctr">
              <a:lnSpc>
                <a:spcPct val="100000"/>
              </a:lnSpc>
              <a:spcBef>
                <a:spcPts val="0"/>
              </a:spcBef>
              <a:spcAft>
                <a:spcPts val="0"/>
              </a:spcAft>
              <a:buClr>
                <a:srgbClr val="FFFFFF"/>
              </a:buClr>
              <a:buSzPts val="1800"/>
              <a:buNone/>
              <a:defRPr/>
            </a:lvl4pPr>
            <a:lvl5pPr lvl="4" algn="ctr">
              <a:lnSpc>
                <a:spcPct val="100000"/>
              </a:lnSpc>
              <a:spcBef>
                <a:spcPts val="0"/>
              </a:spcBef>
              <a:spcAft>
                <a:spcPts val="0"/>
              </a:spcAft>
              <a:buClr>
                <a:srgbClr val="FFFFFF"/>
              </a:buClr>
              <a:buSzPts val="1800"/>
              <a:buNone/>
              <a:defRPr/>
            </a:lvl5pPr>
            <a:lvl6pPr lvl="5" algn="ctr">
              <a:lnSpc>
                <a:spcPct val="100000"/>
              </a:lnSpc>
              <a:spcBef>
                <a:spcPts val="0"/>
              </a:spcBef>
              <a:spcAft>
                <a:spcPts val="0"/>
              </a:spcAft>
              <a:buClr>
                <a:srgbClr val="FFFFFF"/>
              </a:buClr>
              <a:buSzPts val="1800"/>
              <a:buNone/>
              <a:defRPr/>
            </a:lvl6pPr>
            <a:lvl7pPr lvl="6" algn="ctr">
              <a:lnSpc>
                <a:spcPct val="100000"/>
              </a:lnSpc>
              <a:spcBef>
                <a:spcPts val="0"/>
              </a:spcBef>
              <a:spcAft>
                <a:spcPts val="0"/>
              </a:spcAft>
              <a:buClr>
                <a:srgbClr val="FFFFFF"/>
              </a:buClr>
              <a:buSzPts val="1800"/>
              <a:buNone/>
              <a:defRPr/>
            </a:lvl7pPr>
            <a:lvl8pPr lvl="7" algn="ctr">
              <a:lnSpc>
                <a:spcPct val="100000"/>
              </a:lnSpc>
              <a:spcBef>
                <a:spcPts val="0"/>
              </a:spcBef>
              <a:spcAft>
                <a:spcPts val="0"/>
              </a:spcAft>
              <a:buClr>
                <a:srgbClr val="FFFFFF"/>
              </a:buClr>
              <a:buSzPts val="1800"/>
              <a:buNone/>
              <a:defRPr/>
            </a:lvl8pPr>
            <a:lvl9pPr lvl="8" algn="ctr">
              <a:lnSpc>
                <a:spcPct val="100000"/>
              </a:lnSpc>
              <a:spcBef>
                <a:spcPts val="0"/>
              </a:spcBef>
              <a:spcAft>
                <a:spcPts val="0"/>
              </a:spcAft>
              <a:buClr>
                <a:srgbClr val="FFFFFF"/>
              </a:buClr>
              <a:buSzPts val="1800"/>
              <a:buNone/>
              <a:defRPr/>
            </a:lvl9pPr>
          </a:lstStyle>
          <a:p>
            <a:endParaRPr/>
          </a:p>
        </p:txBody>
      </p:sp>
      <p:sp>
        <p:nvSpPr>
          <p:cNvPr id="61" name="Google Shape;61;p51"/>
          <p:cNvSpPr txBox="1">
            <a:spLocks noGrp="1"/>
          </p:cNvSpPr>
          <p:nvPr>
            <p:ph type="body" idx="1"/>
          </p:nvPr>
        </p:nvSpPr>
        <p:spPr>
          <a:xfrm>
            <a:off x="643466" y="2417046"/>
            <a:ext cx="11717868" cy="498550"/>
          </a:xfrm>
          <a:prstGeom prst="rect">
            <a:avLst/>
          </a:prstGeom>
          <a:noFill/>
          <a:ln>
            <a:noFill/>
          </a:ln>
        </p:spPr>
        <p:txBody>
          <a:bodyPr spcFirstLastPara="1" wrap="square" lIns="24375" tIns="24375" rIns="24375" bIns="24375" anchor="t" anchorCtr="0">
            <a:normAutofit/>
          </a:bodyPr>
          <a:lstStyle>
            <a:lvl1pPr marL="457200" lvl="0" indent="-228600" algn="l">
              <a:lnSpc>
                <a:spcPct val="100000"/>
              </a:lnSpc>
              <a:spcBef>
                <a:spcPts val="0"/>
              </a:spcBef>
              <a:spcAft>
                <a:spcPts val="0"/>
              </a:spcAft>
              <a:buClr>
                <a:srgbClr val="FFFFFF"/>
              </a:buClr>
              <a:buSzPts val="2964"/>
              <a:buFont typeface="Helvetica Neue"/>
              <a:buNone/>
              <a:defRPr sz="2964" b="1"/>
            </a:lvl1pPr>
            <a:lvl2pPr marL="914400" lvl="1" indent="-394335" algn="l">
              <a:lnSpc>
                <a:spcPct val="100000"/>
              </a:lnSpc>
              <a:spcBef>
                <a:spcPts val="4200"/>
              </a:spcBef>
              <a:spcAft>
                <a:spcPts val="0"/>
              </a:spcAft>
              <a:buClr>
                <a:srgbClr val="FFFFFF"/>
              </a:buClr>
              <a:buSzPts val="2610"/>
              <a:buChar char="•"/>
              <a:defRPr/>
            </a:lvl2pPr>
            <a:lvl3pPr marL="1371600" lvl="2" indent="-394335" algn="l">
              <a:lnSpc>
                <a:spcPct val="100000"/>
              </a:lnSpc>
              <a:spcBef>
                <a:spcPts val="4200"/>
              </a:spcBef>
              <a:spcAft>
                <a:spcPts val="0"/>
              </a:spcAft>
              <a:buClr>
                <a:srgbClr val="FFFFFF"/>
              </a:buClr>
              <a:buSzPts val="2610"/>
              <a:buChar char="•"/>
              <a:defRPr/>
            </a:lvl3pPr>
            <a:lvl4pPr marL="1828800" lvl="3" indent="-394335" algn="l">
              <a:lnSpc>
                <a:spcPct val="100000"/>
              </a:lnSpc>
              <a:spcBef>
                <a:spcPts val="4200"/>
              </a:spcBef>
              <a:spcAft>
                <a:spcPts val="0"/>
              </a:spcAft>
              <a:buClr>
                <a:srgbClr val="FFFFFF"/>
              </a:buClr>
              <a:buSzPts val="2610"/>
              <a:buChar char="•"/>
              <a:defRPr/>
            </a:lvl4pPr>
            <a:lvl5pPr marL="2286000" lvl="4" indent="-394335" algn="l">
              <a:lnSpc>
                <a:spcPct val="100000"/>
              </a:lnSpc>
              <a:spcBef>
                <a:spcPts val="4200"/>
              </a:spcBef>
              <a:spcAft>
                <a:spcPts val="0"/>
              </a:spcAft>
              <a:buClr>
                <a:srgbClr val="FFFFFF"/>
              </a:buClr>
              <a:buSzPts val="2610"/>
              <a:buChar char="•"/>
              <a:defRPr/>
            </a:lvl5pPr>
            <a:lvl6pPr marL="2743200" lvl="5" indent="-394335" algn="l">
              <a:lnSpc>
                <a:spcPct val="100000"/>
              </a:lnSpc>
              <a:spcBef>
                <a:spcPts val="4200"/>
              </a:spcBef>
              <a:spcAft>
                <a:spcPts val="0"/>
              </a:spcAft>
              <a:buClr>
                <a:srgbClr val="FFFFFF"/>
              </a:buClr>
              <a:buSzPts val="2610"/>
              <a:buChar char="•"/>
              <a:defRPr/>
            </a:lvl6pPr>
            <a:lvl7pPr marL="3200400" lvl="6" indent="-394335" algn="l">
              <a:lnSpc>
                <a:spcPct val="100000"/>
              </a:lnSpc>
              <a:spcBef>
                <a:spcPts val="4200"/>
              </a:spcBef>
              <a:spcAft>
                <a:spcPts val="0"/>
              </a:spcAft>
              <a:buClr>
                <a:srgbClr val="FFFFFF"/>
              </a:buClr>
              <a:buSzPts val="2610"/>
              <a:buChar char="•"/>
              <a:defRPr/>
            </a:lvl7pPr>
            <a:lvl8pPr marL="3657600" lvl="7" indent="-394334" algn="l">
              <a:lnSpc>
                <a:spcPct val="100000"/>
              </a:lnSpc>
              <a:spcBef>
                <a:spcPts val="4200"/>
              </a:spcBef>
              <a:spcAft>
                <a:spcPts val="0"/>
              </a:spcAft>
              <a:buClr>
                <a:srgbClr val="FFFFFF"/>
              </a:buClr>
              <a:buSzPts val="2610"/>
              <a:buChar char="•"/>
              <a:defRPr/>
            </a:lvl8pPr>
            <a:lvl9pPr marL="4114800" lvl="8" indent="-394334" algn="l">
              <a:lnSpc>
                <a:spcPct val="100000"/>
              </a:lnSpc>
              <a:spcBef>
                <a:spcPts val="4200"/>
              </a:spcBef>
              <a:spcAft>
                <a:spcPts val="0"/>
              </a:spcAft>
              <a:buClr>
                <a:srgbClr val="FFFFFF"/>
              </a:buClr>
              <a:buSzPts val="2610"/>
              <a:buChar char="•"/>
              <a:defRPr/>
            </a:lvl9pPr>
          </a:lstStyle>
          <a:p>
            <a:endParaRPr/>
          </a:p>
        </p:txBody>
      </p:sp>
      <p:sp>
        <p:nvSpPr>
          <p:cNvPr id="62" name="Google Shape;62;p51"/>
          <p:cNvSpPr txBox="1">
            <a:spLocks noGrp="1"/>
          </p:cNvSpPr>
          <p:nvPr>
            <p:ph type="body" idx="2"/>
          </p:nvPr>
        </p:nvSpPr>
        <p:spPr>
          <a:xfrm>
            <a:off x="643466" y="3485069"/>
            <a:ext cx="11717868" cy="4403207"/>
          </a:xfrm>
          <a:prstGeom prst="rect">
            <a:avLst/>
          </a:prstGeom>
          <a:noFill/>
          <a:ln>
            <a:noFill/>
          </a:ln>
        </p:spPr>
        <p:txBody>
          <a:bodyPr spcFirstLastPara="1" wrap="square" lIns="27075" tIns="27075" rIns="27075" bIns="27075" anchor="t" anchorCtr="0">
            <a:normAutofit/>
          </a:bodyPr>
          <a:lstStyle>
            <a:lvl1pPr marL="457200" lvl="0" indent="-228600" algn="l">
              <a:lnSpc>
                <a:spcPct val="100000"/>
              </a:lnSpc>
              <a:spcBef>
                <a:spcPts val="1200"/>
              </a:spcBef>
              <a:spcAft>
                <a:spcPts val="0"/>
              </a:spcAft>
              <a:buClr>
                <a:srgbClr val="FFFFFF"/>
              </a:buClr>
              <a:buSzPts val="3800"/>
              <a:buFont typeface="Helvetica Neue"/>
              <a:buNone/>
              <a:defRPr sz="3800"/>
            </a:lvl1pPr>
            <a:lvl2pPr marL="914400" lvl="1" indent="-228600" algn="l">
              <a:lnSpc>
                <a:spcPct val="100000"/>
              </a:lnSpc>
              <a:spcBef>
                <a:spcPts val="1200"/>
              </a:spcBef>
              <a:spcAft>
                <a:spcPts val="0"/>
              </a:spcAft>
              <a:buClr>
                <a:srgbClr val="FFFFFF"/>
              </a:buClr>
              <a:buSzPts val="3800"/>
              <a:buFont typeface="Helvetica Neue"/>
              <a:buNone/>
              <a:defRPr sz="3800"/>
            </a:lvl2pPr>
            <a:lvl3pPr marL="1371600" lvl="2" indent="-228600" algn="l">
              <a:lnSpc>
                <a:spcPct val="100000"/>
              </a:lnSpc>
              <a:spcBef>
                <a:spcPts val="1200"/>
              </a:spcBef>
              <a:spcAft>
                <a:spcPts val="0"/>
              </a:spcAft>
              <a:buClr>
                <a:srgbClr val="FFFFFF"/>
              </a:buClr>
              <a:buSzPts val="3800"/>
              <a:buFont typeface="Helvetica Neue"/>
              <a:buNone/>
              <a:defRPr sz="3800"/>
            </a:lvl3pPr>
            <a:lvl4pPr marL="1828800" lvl="3" indent="-228600" algn="l">
              <a:lnSpc>
                <a:spcPct val="100000"/>
              </a:lnSpc>
              <a:spcBef>
                <a:spcPts val="1200"/>
              </a:spcBef>
              <a:spcAft>
                <a:spcPts val="0"/>
              </a:spcAft>
              <a:buClr>
                <a:srgbClr val="FFFFFF"/>
              </a:buClr>
              <a:buSzPts val="3800"/>
              <a:buFont typeface="Helvetica Neue"/>
              <a:buNone/>
              <a:defRPr sz="3800"/>
            </a:lvl4pPr>
            <a:lvl5pPr marL="2286000" lvl="4" indent="-228600" algn="l">
              <a:lnSpc>
                <a:spcPct val="100000"/>
              </a:lnSpc>
              <a:spcBef>
                <a:spcPts val="1200"/>
              </a:spcBef>
              <a:spcAft>
                <a:spcPts val="0"/>
              </a:spcAft>
              <a:buClr>
                <a:srgbClr val="FFFFFF"/>
              </a:buClr>
              <a:buSzPts val="3800"/>
              <a:buFont typeface="Helvetica Neue"/>
              <a:buNone/>
              <a:defRPr sz="3800"/>
            </a:lvl5pPr>
            <a:lvl6pPr marL="2743200" lvl="5" indent="-394335" algn="l">
              <a:lnSpc>
                <a:spcPct val="100000"/>
              </a:lnSpc>
              <a:spcBef>
                <a:spcPts val="4200"/>
              </a:spcBef>
              <a:spcAft>
                <a:spcPts val="0"/>
              </a:spcAft>
              <a:buClr>
                <a:srgbClr val="FFFFFF"/>
              </a:buClr>
              <a:buSzPts val="2610"/>
              <a:buChar char="•"/>
              <a:defRPr/>
            </a:lvl6pPr>
            <a:lvl7pPr marL="3200400" lvl="6" indent="-394335" algn="l">
              <a:lnSpc>
                <a:spcPct val="100000"/>
              </a:lnSpc>
              <a:spcBef>
                <a:spcPts val="4200"/>
              </a:spcBef>
              <a:spcAft>
                <a:spcPts val="0"/>
              </a:spcAft>
              <a:buClr>
                <a:srgbClr val="FFFFFF"/>
              </a:buClr>
              <a:buSzPts val="2610"/>
              <a:buChar char="•"/>
              <a:defRPr/>
            </a:lvl7pPr>
            <a:lvl8pPr marL="3657600" lvl="7" indent="-394334" algn="l">
              <a:lnSpc>
                <a:spcPct val="100000"/>
              </a:lnSpc>
              <a:spcBef>
                <a:spcPts val="4200"/>
              </a:spcBef>
              <a:spcAft>
                <a:spcPts val="0"/>
              </a:spcAft>
              <a:buClr>
                <a:srgbClr val="FFFFFF"/>
              </a:buClr>
              <a:buSzPts val="2610"/>
              <a:buChar char="•"/>
              <a:defRPr/>
            </a:lvl8pPr>
            <a:lvl9pPr marL="4114800" lvl="8" indent="-394334" algn="l">
              <a:lnSpc>
                <a:spcPct val="100000"/>
              </a:lnSpc>
              <a:spcBef>
                <a:spcPts val="4200"/>
              </a:spcBef>
              <a:spcAft>
                <a:spcPts val="0"/>
              </a:spcAft>
              <a:buClr>
                <a:srgbClr val="FFFFFF"/>
              </a:buClr>
              <a:buSzPts val="2610"/>
              <a:buChar char="•"/>
              <a:defRPr/>
            </a:lvl9pPr>
          </a:lstStyle>
          <a:p>
            <a:endParaRPr/>
          </a:p>
        </p:txBody>
      </p:sp>
      <p:sp>
        <p:nvSpPr>
          <p:cNvPr id="63" name="Google Shape;63;p51"/>
          <p:cNvSpPr txBox="1">
            <a:spLocks noGrp="1"/>
          </p:cNvSpPr>
          <p:nvPr>
            <p:ph type="sldNum" idx="12"/>
          </p:nvPr>
        </p:nvSpPr>
        <p:spPr>
          <a:xfrm>
            <a:off x="6380889" y="8167799"/>
            <a:ext cx="236357" cy="227721"/>
          </a:xfrm>
          <a:prstGeom prst="rect">
            <a:avLst/>
          </a:prstGeom>
          <a:noFill/>
          <a:ln>
            <a:noFill/>
          </a:ln>
        </p:spPr>
        <p:txBody>
          <a:bodyPr spcFirstLastPara="1" wrap="square" lIns="27075" tIns="27075" rIns="27075" bIns="27075" anchor="b" anchorCtr="0">
            <a:spAutoFit/>
          </a:bodyPr>
          <a:lstStyle>
            <a:lvl1pPr marL="0" marR="0" lvl="0"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1pPr>
            <a:lvl2pPr marL="0" marR="0" lvl="1"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2pPr>
            <a:lvl3pPr marL="0" marR="0" lvl="2"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3pPr>
            <a:lvl4pPr marL="0" marR="0" lvl="3"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4pPr>
            <a:lvl5pPr marL="0" marR="0" lvl="4"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5pPr>
            <a:lvl6pPr marL="0" marR="0" lvl="5"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6pPr>
            <a:lvl7pPr marL="0" marR="0" lvl="6"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7pPr>
            <a:lvl8pPr marL="0" marR="0" lvl="7"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8pPr>
            <a:lvl9pPr marL="0" marR="0" lvl="8"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tatement">
  <p:cSld name="Statement">
    <p:spTree>
      <p:nvGrpSpPr>
        <p:cNvPr id="1" name="Shape 64"/>
        <p:cNvGrpSpPr/>
        <p:nvPr/>
      </p:nvGrpSpPr>
      <p:grpSpPr>
        <a:xfrm>
          <a:off x="0" y="0"/>
          <a:ext cx="0" cy="0"/>
          <a:chOff x="0" y="0"/>
          <a:chExt cx="0" cy="0"/>
        </a:xfrm>
      </p:grpSpPr>
      <p:sp>
        <p:nvSpPr>
          <p:cNvPr id="65" name="Google Shape;65;p52"/>
          <p:cNvSpPr txBox="1">
            <a:spLocks noGrp="1"/>
          </p:cNvSpPr>
          <p:nvPr>
            <p:ph type="body" idx="1"/>
          </p:nvPr>
        </p:nvSpPr>
        <p:spPr>
          <a:xfrm>
            <a:off x="643466" y="3843649"/>
            <a:ext cx="11717868" cy="2066302"/>
          </a:xfrm>
          <a:prstGeom prst="rect">
            <a:avLst/>
          </a:prstGeom>
          <a:noFill/>
          <a:ln>
            <a:noFill/>
          </a:ln>
        </p:spPr>
        <p:txBody>
          <a:bodyPr spcFirstLastPara="1" wrap="square" lIns="27075" tIns="27075" rIns="27075" bIns="27075" anchor="ctr" anchorCtr="0">
            <a:normAutofit/>
          </a:bodyPr>
          <a:lstStyle>
            <a:lvl1pPr marL="457200" lvl="0" indent="-228600" algn="ctr">
              <a:lnSpc>
                <a:spcPct val="80000"/>
              </a:lnSpc>
              <a:spcBef>
                <a:spcPts val="0"/>
              </a:spcBef>
              <a:spcAft>
                <a:spcPts val="0"/>
              </a:spcAft>
              <a:buClr>
                <a:srgbClr val="FFFFFF"/>
              </a:buClr>
              <a:buSzPts val="8200"/>
              <a:buFont typeface="Helvetica Neue"/>
              <a:buNone/>
              <a:defRPr sz="8200">
                <a:latin typeface="Helvetica Neue"/>
                <a:ea typeface="Helvetica Neue"/>
                <a:cs typeface="Helvetica Neue"/>
                <a:sym typeface="Helvetica Neue"/>
              </a:defRPr>
            </a:lvl1pPr>
            <a:lvl2pPr marL="914400" lvl="1" indent="-228600" algn="ctr">
              <a:lnSpc>
                <a:spcPct val="80000"/>
              </a:lnSpc>
              <a:spcBef>
                <a:spcPts val="0"/>
              </a:spcBef>
              <a:spcAft>
                <a:spcPts val="0"/>
              </a:spcAft>
              <a:buClr>
                <a:srgbClr val="FFFFFF"/>
              </a:buClr>
              <a:buSzPts val="8200"/>
              <a:buFont typeface="Helvetica Neue"/>
              <a:buNone/>
              <a:defRPr sz="8200">
                <a:latin typeface="Helvetica Neue"/>
                <a:ea typeface="Helvetica Neue"/>
                <a:cs typeface="Helvetica Neue"/>
                <a:sym typeface="Helvetica Neue"/>
              </a:defRPr>
            </a:lvl2pPr>
            <a:lvl3pPr marL="1371600" lvl="2" indent="-228600" algn="ctr">
              <a:lnSpc>
                <a:spcPct val="80000"/>
              </a:lnSpc>
              <a:spcBef>
                <a:spcPts val="0"/>
              </a:spcBef>
              <a:spcAft>
                <a:spcPts val="0"/>
              </a:spcAft>
              <a:buClr>
                <a:srgbClr val="FFFFFF"/>
              </a:buClr>
              <a:buSzPts val="8200"/>
              <a:buFont typeface="Helvetica Neue"/>
              <a:buNone/>
              <a:defRPr sz="8200">
                <a:latin typeface="Helvetica Neue"/>
                <a:ea typeface="Helvetica Neue"/>
                <a:cs typeface="Helvetica Neue"/>
                <a:sym typeface="Helvetica Neue"/>
              </a:defRPr>
            </a:lvl3pPr>
            <a:lvl4pPr marL="1828800" lvl="3" indent="-228600" algn="ctr">
              <a:lnSpc>
                <a:spcPct val="80000"/>
              </a:lnSpc>
              <a:spcBef>
                <a:spcPts val="0"/>
              </a:spcBef>
              <a:spcAft>
                <a:spcPts val="0"/>
              </a:spcAft>
              <a:buClr>
                <a:srgbClr val="FFFFFF"/>
              </a:buClr>
              <a:buSzPts val="8200"/>
              <a:buFont typeface="Helvetica Neue"/>
              <a:buNone/>
              <a:defRPr sz="8200">
                <a:latin typeface="Helvetica Neue"/>
                <a:ea typeface="Helvetica Neue"/>
                <a:cs typeface="Helvetica Neue"/>
                <a:sym typeface="Helvetica Neue"/>
              </a:defRPr>
            </a:lvl4pPr>
            <a:lvl5pPr marL="2286000" lvl="4" indent="-228600" algn="ctr">
              <a:lnSpc>
                <a:spcPct val="80000"/>
              </a:lnSpc>
              <a:spcBef>
                <a:spcPts val="0"/>
              </a:spcBef>
              <a:spcAft>
                <a:spcPts val="0"/>
              </a:spcAft>
              <a:buClr>
                <a:srgbClr val="FFFFFF"/>
              </a:buClr>
              <a:buSzPts val="8200"/>
              <a:buFont typeface="Helvetica Neue"/>
              <a:buNone/>
              <a:defRPr sz="8200">
                <a:latin typeface="Helvetica Neue"/>
                <a:ea typeface="Helvetica Neue"/>
                <a:cs typeface="Helvetica Neue"/>
                <a:sym typeface="Helvetica Neue"/>
              </a:defRPr>
            </a:lvl5pPr>
            <a:lvl6pPr marL="2743200" lvl="5" indent="-394335" algn="l">
              <a:lnSpc>
                <a:spcPct val="100000"/>
              </a:lnSpc>
              <a:spcBef>
                <a:spcPts val="4200"/>
              </a:spcBef>
              <a:spcAft>
                <a:spcPts val="0"/>
              </a:spcAft>
              <a:buClr>
                <a:srgbClr val="FFFFFF"/>
              </a:buClr>
              <a:buSzPts val="2610"/>
              <a:buChar char="•"/>
              <a:defRPr/>
            </a:lvl6pPr>
            <a:lvl7pPr marL="3200400" lvl="6" indent="-394335" algn="l">
              <a:lnSpc>
                <a:spcPct val="100000"/>
              </a:lnSpc>
              <a:spcBef>
                <a:spcPts val="4200"/>
              </a:spcBef>
              <a:spcAft>
                <a:spcPts val="0"/>
              </a:spcAft>
              <a:buClr>
                <a:srgbClr val="FFFFFF"/>
              </a:buClr>
              <a:buSzPts val="2610"/>
              <a:buChar char="•"/>
              <a:defRPr/>
            </a:lvl7pPr>
            <a:lvl8pPr marL="3657600" lvl="7" indent="-394334" algn="l">
              <a:lnSpc>
                <a:spcPct val="100000"/>
              </a:lnSpc>
              <a:spcBef>
                <a:spcPts val="4200"/>
              </a:spcBef>
              <a:spcAft>
                <a:spcPts val="0"/>
              </a:spcAft>
              <a:buClr>
                <a:srgbClr val="FFFFFF"/>
              </a:buClr>
              <a:buSzPts val="2610"/>
              <a:buChar char="•"/>
              <a:defRPr/>
            </a:lvl8pPr>
            <a:lvl9pPr marL="4114800" lvl="8" indent="-394334" algn="l">
              <a:lnSpc>
                <a:spcPct val="100000"/>
              </a:lnSpc>
              <a:spcBef>
                <a:spcPts val="4200"/>
              </a:spcBef>
              <a:spcAft>
                <a:spcPts val="0"/>
              </a:spcAft>
              <a:buClr>
                <a:srgbClr val="FFFFFF"/>
              </a:buClr>
              <a:buSzPts val="2610"/>
              <a:buChar char="•"/>
              <a:defRPr/>
            </a:lvl9pPr>
          </a:lstStyle>
          <a:p>
            <a:endParaRPr/>
          </a:p>
        </p:txBody>
      </p:sp>
      <p:sp>
        <p:nvSpPr>
          <p:cNvPr id="66" name="Google Shape;66;p52"/>
          <p:cNvSpPr txBox="1">
            <a:spLocks noGrp="1"/>
          </p:cNvSpPr>
          <p:nvPr>
            <p:ph type="sldNum" idx="12"/>
          </p:nvPr>
        </p:nvSpPr>
        <p:spPr>
          <a:xfrm>
            <a:off x="6380889" y="8167799"/>
            <a:ext cx="236357" cy="227721"/>
          </a:xfrm>
          <a:prstGeom prst="rect">
            <a:avLst/>
          </a:prstGeom>
          <a:noFill/>
          <a:ln>
            <a:noFill/>
          </a:ln>
        </p:spPr>
        <p:txBody>
          <a:bodyPr spcFirstLastPara="1" wrap="square" lIns="27075" tIns="27075" rIns="27075" bIns="27075" anchor="b" anchorCtr="0">
            <a:spAutoFit/>
          </a:bodyPr>
          <a:lstStyle>
            <a:lvl1pPr marL="0" marR="0" lvl="0"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1pPr>
            <a:lvl2pPr marL="0" marR="0" lvl="1"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2pPr>
            <a:lvl3pPr marL="0" marR="0" lvl="2"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3pPr>
            <a:lvl4pPr marL="0" marR="0" lvl="3"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4pPr>
            <a:lvl5pPr marL="0" marR="0" lvl="4"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5pPr>
            <a:lvl6pPr marL="0" marR="0" lvl="5"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6pPr>
            <a:lvl7pPr marL="0" marR="0" lvl="6"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7pPr>
            <a:lvl8pPr marL="0" marR="0" lvl="7"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8pPr>
            <a:lvl9pPr marL="0" marR="0" lvl="8"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Big Fact">
  <p:cSld name="Big Fact">
    <p:spTree>
      <p:nvGrpSpPr>
        <p:cNvPr id="1" name="Shape 67"/>
        <p:cNvGrpSpPr/>
        <p:nvPr/>
      </p:nvGrpSpPr>
      <p:grpSpPr>
        <a:xfrm>
          <a:off x="0" y="0"/>
          <a:ext cx="0" cy="0"/>
          <a:chOff x="0" y="0"/>
          <a:chExt cx="0" cy="0"/>
        </a:xfrm>
      </p:grpSpPr>
      <p:sp>
        <p:nvSpPr>
          <p:cNvPr id="68" name="Google Shape;68;p53"/>
          <p:cNvSpPr txBox="1">
            <a:spLocks noGrp="1"/>
          </p:cNvSpPr>
          <p:nvPr>
            <p:ph type="body" idx="1"/>
          </p:nvPr>
        </p:nvSpPr>
        <p:spPr>
          <a:xfrm>
            <a:off x="643466" y="5625696"/>
            <a:ext cx="11717868" cy="498550"/>
          </a:xfrm>
          <a:prstGeom prst="rect">
            <a:avLst/>
          </a:prstGeom>
          <a:noFill/>
          <a:ln>
            <a:noFill/>
          </a:ln>
        </p:spPr>
        <p:txBody>
          <a:bodyPr spcFirstLastPara="1" wrap="square" lIns="24375" tIns="24375" rIns="24375" bIns="24375" anchor="t" anchorCtr="0">
            <a:normAutofit/>
          </a:bodyPr>
          <a:lstStyle>
            <a:lvl1pPr marL="457200" lvl="0" indent="-228600" algn="ctr">
              <a:lnSpc>
                <a:spcPct val="100000"/>
              </a:lnSpc>
              <a:spcBef>
                <a:spcPts val="0"/>
              </a:spcBef>
              <a:spcAft>
                <a:spcPts val="0"/>
              </a:spcAft>
              <a:buClr>
                <a:srgbClr val="FFFFFF"/>
              </a:buClr>
              <a:buSzPts val="2964"/>
              <a:buFont typeface="Helvetica Neue"/>
              <a:buNone/>
              <a:defRPr sz="2964" b="1"/>
            </a:lvl1pPr>
            <a:lvl2pPr marL="914400" lvl="1" indent="-394335" algn="l">
              <a:lnSpc>
                <a:spcPct val="100000"/>
              </a:lnSpc>
              <a:spcBef>
                <a:spcPts val="4200"/>
              </a:spcBef>
              <a:spcAft>
                <a:spcPts val="0"/>
              </a:spcAft>
              <a:buClr>
                <a:srgbClr val="FFFFFF"/>
              </a:buClr>
              <a:buSzPts val="2610"/>
              <a:buChar char="•"/>
              <a:defRPr/>
            </a:lvl2pPr>
            <a:lvl3pPr marL="1371600" lvl="2" indent="-394335" algn="l">
              <a:lnSpc>
                <a:spcPct val="100000"/>
              </a:lnSpc>
              <a:spcBef>
                <a:spcPts val="4200"/>
              </a:spcBef>
              <a:spcAft>
                <a:spcPts val="0"/>
              </a:spcAft>
              <a:buClr>
                <a:srgbClr val="FFFFFF"/>
              </a:buClr>
              <a:buSzPts val="2610"/>
              <a:buChar char="•"/>
              <a:defRPr/>
            </a:lvl3pPr>
            <a:lvl4pPr marL="1828800" lvl="3" indent="-394335" algn="l">
              <a:lnSpc>
                <a:spcPct val="100000"/>
              </a:lnSpc>
              <a:spcBef>
                <a:spcPts val="4200"/>
              </a:spcBef>
              <a:spcAft>
                <a:spcPts val="0"/>
              </a:spcAft>
              <a:buClr>
                <a:srgbClr val="FFFFFF"/>
              </a:buClr>
              <a:buSzPts val="2610"/>
              <a:buChar char="•"/>
              <a:defRPr/>
            </a:lvl4pPr>
            <a:lvl5pPr marL="2286000" lvl="4" indent="-394335" algn="l">
              <a:lnSpc>
                <a:spcPct val="100000"/>
              </a:lnSpc>
              <a:spcBef>
                <a:spcPts val="4200"/>
              </a:spcBef>
              <a:spcAft>
                <a:spcPts val="0"/>
              </a:spcAft>
              <a:buClr>
                <a:srgbClr val="FFFFFF"/>
              </a:buClr>
              <a:buSzPts val="2610"/>
              <a:buChar char="•"/>
              <a:defRPr/>
            </a:lvl5pPr>
            <a:lvl6pPr marL="2743200" lvl="5" indent="-394335" algn="l">
              <a:lnSpc>
                <a:spcPct val="100000"/>
              </a:lnSpc>
              <a:spcBef>
                <a:spcPts val="4200"/>
              </a:spcBef>
              <a:spcAft>
                <a:spcPts val="0"/>
              </a:spcAft>
              <a:buClr>
                <a:srgbClr val="FFFFFF"/>
              </a:buClr>
              <a:buSzPts val="2610"/>
              <a:buChar char="•"/>
              <a:defRPr/>
            </a:lvl6pPr>
            <a:lvl7pPr marL="3200400" lvl="6" indent="-394335" algn="l">
              <a:lnSpc>
                <a:spcPct val="100000"/>
              </a:lnSpc>
              <a:spcBef>
                <a:spcPts val="4200"/>
              </a:spcBef>
              <a:spcAft>
                <a:spcPts val="0"/>
              </a:spcAft>
              <a:buClr>
                <a:srgbClr val="FFFFFF"/>
              </a:buClr>
              <a:buSzPts val="2610"/>
              <a:buChar char="•"/>
              <a:defRPr/>
            </a:lvl7pPr>
            <a:lvl8pPr marL="3657600" lvl="7" indent="-394334" algn="l">
              <a:lnSpc>
                <a:spcPct val="100000"/>
              </a:lnSpc>
              <a:spcBef>
                <a:spcPts val="4200"/>
              </a:spcBef>
              <a:spcAft>
                <a:spcPts val="0"/>
              </a:spcAft>
              <a:buClr>
                <a:srgbClr val="FFFFFF"/>
              </a:buClr>
              <a:buSzPts val="2610"/>
              <a:buChar char="•"/>
              <a:defRPr/>
            </a:lvl8pPr>
            <a:lvl9pPr marL="4114800" lvl="8" indent="-394334" algn="l">
              <a:lnSpc>
                <a:spcPct val="100000"/>
              </a:lnSpc>
              <a:spcBef>
                <a:spcPts val="4200"/>
              </a:spcBef>
              <a:spcAft>
                <a:spcPts val="0"/>
              </a:spcAft>
              <a:buClr>
                <a:srgbClr val="FFFFFF"/>
              </a:buClr>
              <a:buSzPts val="2610"/>
              <a:buChar char="•"/>
              <a:defRPr/>
            </a:lvl9pPr>
          </a:lstStyle>
          <a:p>
            <a:endParaRPr/>
          </a:p>
        </p:txBody>
      </p:sp>
      <p:sp>
        <p:nvSpPr>
          <p:cNvPr id="69" name="Google Shape;69;p53"/>
          <p:cNvSpPr txBox="1">
            <a:spLocks noGrp="1"/>
          </p:cNvSpPr>
          <p:nvPr>
            <p:ph type="body" idx="2"/>
          </p:nvPr>
        </p:nvSpPr>
        <p:spPr>
          <a:xfrm>
            <a:off x="643466" y="1718004"/>
            <a:ext cx="11717868" cy="3924834"/>
          </a:xfrm>
          <a:prstGeom prst="rect">
            <a:avLst/>
          </a:prstGeom>
          <a:noFill/>
          <a:ln>
            <a:noFill/>
          </a:ln>
        </p:spPr>
        <p:txBody>
          <a:bodyPr spcFirstLastPara="1" wrap="square" lIns="27075" tIns="27075" rIns="27075" bIns="27075" anchor="b" anchorCtr="0">
            <a:normAutofit/>
          </a:bodyPr>
          <a:lstStyle>
            <a:lvl1pPr marL="457200" lvl="0" indent="-228600" algn="ctr">
              <a:lnSpc>
                <a:spcPct val="80000"/>
              </a:lnSpc>
              <a:spcBef>
                <a:spcPts val="0"/>
              </a:spcBef>
              <a:spcAft>
                <a:spcPts val="0"/>
              </a:spcAft>
              <a:buClr>
                <a:srgbClr val="FFFFFF"/>
              </a:buClr>
              <a:buSzPts val="17600"/>
              <a:buFont typeface="Helvetica Neue"/>
              <a:buNone/>
              <a:defRPr sz="17600" b="1"/>
            </a:lvl1pPr>
            <a:lvl2pPr marL="914400" lvl="1" indent="-228600" algn="ctr">
              <a:lnSpc>
                <a:spcPct val="80000"/>
              </a:lnSpc>
              <a:spcBef>
                <a:spcPts val="0"/>
              </a:spcBef>
              <a:spcAft>
                <a:spcPts val="0"/>
              </a:spcAft>
              <a:buClr>
                <a:srgbClr val="FFFFFF"/>
              </a:buClr>
              <a:buSzPts val="17600"/>
              <a:buFont typeface="Helvetica Neue"/>
              <a:buNone/>
              <a:defRPr sz="17600" b="1"/>
            </a:lvl2pPr>
            <a:lvl3pPr marL="1371600" lvl="2" indent="-228600" algn="ctr">
              <a:lnSpc>
                <a:spcPct val="80000"/>
              </a:lnSpc>
              <a:spcBef>
                <a:spcPts val="0"/>
              </a:spcBef>
              <a:spcAft>
                <a:spcPts val="0"/>
              </a:spcAft>
              <a:buClr>
                <a:srgbClr val="FFFFFF"/>
              </a:buClr>
              <a:buSzPts val="17600"/>
              <a:buFont typeface="Helvetica Neue"/>
              <a:buNone/>
              <a:defRPr sz="17600" b="1"/>
            </a:lvl3pPr>
            <a:lvl4pPr marL="1828800" lvl="3" indent="-228600" algn="ctr">
              <a:lnSpc>
                <a:spcPct val="80000"/>
              </a:lnSpc>
              <a:spcBef>
                <a:spcPts val="0"/>
              </a:spcBef>
              <a:spcAft>
                <a:spcPts val="0"/>
              </a:spcAft>
              <a:buClr>
                <a:srgbClr val="FFFFFF"/>
              </a:buClr>
              <a:buSzPts val="17600"/>
              <a:buFont typeface="Helvetica Neue"/>
              <a:buNone/>
              <a:defRPr sz="17600" b="1"/>
            </a:lvl4pPr>
            <a:lvl5pPr marL="2286000" lvl="4" indent="-228600" algn="ctr">
              <a:lnSpc>
                <a:spcPct val="80000"/>
              </a:lnSpc>
              <a:spcBef>
                <a:spcPts val="0"/>
              </a:spcBef>
              <a:spcAft>
                <a:spcPts val="0"/>
              </a:spcAft>
              <a:buClr>
                <a:srgbClr val="FFFFFF"/>
              </a:buClr>
              <a:buSzPts val="17600"/>
              <a:buFont typeface="Helvetica Neue"/>
              <a:buNone/>
              <a:defRPr sz="17600" b="1"/>
            </a:lvl5pPr>
            <a:lvl6pPr marL="2743200" lvl="5" indent="-394335" algn="l">
              <a:lnSpc>
                <a:spcPct val="100000"/>
              </a:lnSpc>
              <a:spcBef>
                <a:spcPts val="4200"/>
              </a:spcBef>
              <a:spcAft>
                <a:spcPts val="0"/>
              </a:spcAft>
              <a:buClr>
                <a:srgbClr val="FFFFFF"/>
              </a:buClr>
              <a:buSzPts val="2610"/>
              <a:buChar char="•"/>
              <a:defRPr/>
            </a:lvl6pPr>
            <a:lvl7pPr marL="3200400" lvl="6" indent="-394335" algn="l">
              <a:lnSpc>
                <a:spcPct val="100000"/>
              </a:lnSpc>
              <a:spcBef>
                <a:spcPts val="4200"/>
              </a:spcBef>
              <a:spcAft>
                <a:spcPts val="0"/>
              </a:spcAft>
              <a:buClr>
                <a:srgbClr val="FFFFFF"/>
              </a:buClr>
              <a:buSzPts val="2610"/>
              <a:buChar char="•"/>
              <a:defRPr/>
            </a:lvl7pPr>
            <a:lvl8pPr marL="3657600" lvl="7" indent="-394334" algn="l">
              <a:lnSpc>
                <a:spcPct val="100000"/>
              </a:lnSpc>
              <a:spcBef>
                <a:spcPts val="4200"/>
              </a:spcBef>
              <a:spcAft>
                <a:spcPts val="0"/>
              </a:spcAft>
              <a:buClr>
                <a:srgbClr val="FFFFFF"/>
              </a:buClr>
              <a:buSzPts val="2610"/>
              <a:buChar char="•"/>
              <a:defRPr/>
            </a:lvl8pPr>
            <a:lvl9pPr marL="4114800" lvl="8" indent="-394334" algn="l">
              <a:lnSpc>
                <a:spcPct val="100000"/>
              </a:lnSpc>
              <a:spcBef>
                <a:spcPts val="4200"/>
              </a:spcBef>
              <a:spcAft>
                <a:spcPts val="0"/>
              </a:spcAft>
              <a:buClr>
                <a:srgbClr val="FFFFFF"/>
              </a:buClr>
              <a:buSzPts val="2610"/>
              <a:buChar char="•"/>
              <a:defRPr/>
            </a:lvl9pPr>
          </a:lstStyle>
          <a:p>
            <a:endParaRPr/>
          </a:p>
        </p:txBody>
      </p:sp>
      <p:sp>
        <p:nvSpPr>
          <p:cNvPr id="70" name="Google Shape;70;p53"/>
          <p:cNvSpPr txBox="1">
            <a:spLocks noGrp="1"/>
          </p:cNvSpPr>
          <p:nvPr>
            <p:ph type="sldNum" idx="12"/>
          </p:nvPr>
        </p:nvSpPr>
        <p:spPr>
          <a:xfrm>
            <a:off x="6380889" y="8167799"/>
            <a:ext cx="236357" cy="227721"/>
          </a:xfrm>
          <a:prstGeom prst="rect">
            <a:avLst/>
          </a:prstGeom>
          <a:noFill/>
          <a:ln>
            <a:noFill/>
          </a:ln>
        </p:spPr>
        <p:txBody>
          <a:bodyPr spcFirstLastPara="1" wrap="square" lIns="27075" tIns="27075" rIns="27075" bIns="27075" anchor="b" anchorCtr="0">
            <a:spAutoFit/>
          </a:bodyPr>
          <a:lstStyle>
            <a:lvl1pPr marL="0" marR="0" lvl="0"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1pPr>
            <a:lvl2pPr marL="0" marR="0" lvl="1"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2pPr>
            <a:lvl3pPr marL="0" marR="0" lvl="2"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3pPr>
            <a:lvl4pPr marL="0" marR="0" lvl="3"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4pPr>
            <a:lvl5pPr marL="0" marR="0" lvl="4"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5pPr>
            <a:lvl6pPr marL="0" marR="0" lvl="5"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6pPr>
            <a:lvl7pPr marL="0" marR="0" lvl="6"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7pPr>
            <a:lvl8pPr marL="0" marR="0" lvl="7"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8pPr>
            <a:lvl9pPr marL="0" marR="0" lvl="8"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Quote">
  <p:cSld name="Quote">
    <p:spTree>
      <p:nvGrpSpPr>
        <p:cNvPr id="1" name="Shape 71"/>
        <p:cNvGrpSpPr/>
        <p:nvPr/>
      </p:nvGrpSpPr>
      <p:grpSpPr>
        <a:xfrm>
          <a:off x="0" y="0"/>
          <a:ext cx="0" cy="0"/>
          <a:chOff x="0" y="0"/>
          <a:chExt cx="0" cy="0"/>
        </a:xfrm>
      </p:grpSpPr>
      <p:sp>
        <p:nvSpPr>
          <p:cNvPr id="72" name="Google Shape;72;p54"/>
          <p:cNvSpPr txBox="1">
            <a:spLocks noGrp="1"/>
          </p:cNvSpPr>
          <p:nvPr>
            <p:ph type="body" idx="1"/>
          </p:nvPr>
        </p:nvSpPr>
        <p:spPr>
          <a:xfrm>
            <a:off x="1323106" y="6912775"/>
            <a:ext cx="10746268" cy="339723"/>
          </a:xfrm>
          <a:prstGeom prst="rect">
            <a:avLst/>
          </a:prstGeom>
          <a:noFill/>
          <a:ln>
            <a:noFill/>
          </a:ln>
        </p:spPr>
        <p:txBody>
          <a:bodyPr spcFirstLastPara="1" wrap="square" lIns="24375" tIns="24375" rIns="24375" bIns="24375" anchor="t" anchorCtr="0">
            <a:normAutofit/>
          </a:bodyPr>
          <a:lstStyle>
            <a:lvl1pPr marL="457200" lvl="0" indent="-228600" algn="l">
              <a:lnSpc>
                <a:spcPct val="100000"/>
              </a:lnSpc>
              <a:spcBef>
                <a:spcPts val="0"/>
              </a:spcBef>
              <a:spcAft>
                <a:spcPts val="0"/>
              </a:spcAft>
              <a:buClr>
                <a:srgbClr val="FFFFFF"/>
              </a:buClr>
              <a:buSzPts val="1992"/>
              <a:buFont typeface="Helvetica Neue"/>
              <a:buNone/>
              <a:defRPr sz="1992" b="1"/>
            </a:lvl1pPr>
            <a:lvl2pPr marL="914400" lvl="1" indent="-394335" algn="l">
              <a:lnSpc>
                <a:spcPct val="100000"/>
              </a:lnSpc>
              <a:spcBef>
                <a:spcPts val="4200"/>
              </a:spcBef>
              <a:spcAft>
                <a:spcPts val="0"/>
              </a:spcAft>
              <a:buClr>
                <a:srgbClr val="FFFFFF"/>
              </a:buClr>
              <a:buSzPts val="2610"/>
              <a:buChar char="•"/>
              <a:defRPr/>
            </a:lvl2pPr>
            <a:lvl3pPr marL="1371600" lvl="2" indent="-394335" algn="l">
              <a:lnSpc>
                <a:spcPct val="100000"/>
              </a:lnSpc>
              <a:spcBef>
                <a:spcPts val="4200"/>
              </a:spcBef>
              <a:spcAft>
                <a:spcPts val="0"/>
              </a:spcAft>
              <a:buClr>
                <a:srgbClr val="FFFFFF"/>
              </a:buClr>
              <a:buSzPts val="2610"/>
              <a:buChar char="•"/>
              <a:defRPr/>
            </a:lvl3pPr>
            <a:lvl4pPr marL="1828800" lvl="3" indent="-394335" algn="l">
              <a:lnSpc>
                <a:spcPct val="100000"/>
              </a:lnSpc>
              <a:spcBef>
                <a:spcPts val="4200"/>
              </a:spcBef>
              <a:spcAft>
                <a:spcPts val="0"/>
              </a:spcAft>
              <a:buClr>
                <a:srgbClr val="FFFFFF"/>
              </a:buClr>
              <a:buSzPts val="2610"/>
              <a:buChar char="•"/>
              <a:defRPr/>
            </a:lvl4pPr>
            <a:lvl5pPr marL="2286000" lvl="4" indent="-394335" algn="l">
              <a:lnSpc>
                <a:spcPct val="100000"/>
              </a:lnSpc>
              <a:spcBef>
                <a:spcPts val="4200"/>
              </a:spcBef>
              <a:spcAft>
                <a:spcPts val="0"/>
              </a:spcAft>
              <a:buClr>
                <a:srgbClr val="FFFFFF"/>
              </a:buClr>
              <a:buSzPts val="2610"/>
              <a:buChar char="•"/>
              <a:defRPr/>
            </a:lvl5pPr>
            <a:lvl6pPr marL="2743200" lvl="5" indent="-394335" algn="l">
              <a:lnSpc>
                <a:spcPct val="100000"/>
              </a:lnSpc>
              <a:spcBef>
                <a:spcPts val="4200"/>
              </a:spcBef>
              <a:spcAft>
                <a:spcPts val="0"/>
              </a:spcAft>
              <a:buClr>
                <a:srgbClr val="FFFFFF"/>
              </a:buClr>
              <a:buSzPts val="2610"/>
              <a:buChar char="•"/>
              <a:defRPr/>
            </a:lvl6pPr>
            <a:lvl7pPr marL="3200400" lvl="6" indent="-394335" algn="l">
              <a:lnSpc>
                <a:spcPct val="100000"/>
              </a:lnSpc>
              <a:spcBef>
                <a:spcPts val="4200"/>
              </a:spcBef>
              <a:spcAft>
                <a:spcPts val="0"/>
              </a:spcAft>
              <a:buClr>
                <a:srgbClr val="FFFFFF"/>
              </a:buClr>
              <a:buSzPts val="2610"/>
              <a:buChar char="•"/>
              <a:defRPr/>
            </a:lvl7pPr>
            <a:lvl8pPr marL="3657600" lvl="7" indent="-394334" algn="l">
              <a:lnSpc>
                <a:spcPct val="100000"/>
              </a:lnSpc>
              <a:spcBef>
                <a:spcPts val="4200"/>
              </a:spcBef>
              <a:spcAft>
                <a:spcPts val="0"/>
              </a:spcAft>
              <a:buClr>
                <a:srgbClr val="FFFFFF"/>
              </a:buClr>
              <a:buSzPts val="2610"/>
              <a:buChar char="•"/>
              <a:defRPr/>
            </a:lvl8pPr>
            <a:lvl9pPr marL="4114800" lvl="8" indent="-394334" algn="l">
              <a:lnSpc>
                <a:spcPct val="100000"/>
              </a:lnSpc>
              <a:spcBef>
                <a:spcPts val="4200"/>
              </a:spcBef>
              <a:spcAft>
                <a:spcPts val="0"/>
              </a:spcAft>
              <a:buClr>
                <a:srgbClr val="FFFFFF"/>
              </a:buClr>
              <a:buSzPts val="2610"/>
              <a:buChar char="•"/>
              <a:defRPr/>
            </a:lvl9pPr>
          </a:lstStyle>
          <a:p>
            <a:endParaRPr/>
          </a:p>
        </p:txBody>
      </p:sp>
      <p:sp>
        <p:nvSpPr>
          <p:cNvPr id="73" name="Google Shape;73;p54"/>
          <p:cNvSpPr txBox="1">
            <a:spLocks noGrp="1"/>
          </p:cNvSpPr>
          <p:nvPr>
            <p:ph type="body" idx="2"/>
          </p:nvPr>
        </p:nvSpPr>
        <p:spPr>
          <a:xfrm>
            <a:off x="935425" y="3853792"/>
            <a:ext cx="11133950" cy="2046016"/>
          </a:xfrm>
          <a:prstGeom prst="rect">
            <a:avLst/>
          </a:prstGeom>
          <a:noFill/>
          <a:ln>
            <a:noFill/>
          </a:ln>
        </p:spPr>
        <p:txBody>
          <a:bodyPr spcFirstLastPara="1" wrap="square" lIns="27075" tIns="27075" rIns="27075" bIns="27075" anchor="ctr" anchorCtr="0">
            <a:normAutofit/>
          </a:bodyPr>
          <a:lstStyle>
            <a:lvl1pPr marL="457200" lvl="0" indent="-228600" algn="l">
              <a:lnSpc>
                <a:spcPct val="90000"/>
              </a:lnSpc>
              <a:spcBef>
                <a:spcPts val="0"/>
              </a:spcBef>
              <a:spcAft>
                <a:spcPts val="0"/>
              </a:spcAft>
              <a:buClr>
                <a:srgbClr val="FFFFFF"/>
              </a:buClr>
              <a:buSzPts val="6000"/>
              <a:buFont typeface="Helvetica Neue"/>
              <a:buNone/>
              <a:defRPr sz="6000">
                <a:latin typeface="Helvetica Neue"/>
                <a:ea typeface="Helvetica Neue"/>
                <a:cs typeface="Helvetica Neue"/>
                <a:sym typeface="Helvetica Neue"/>
              </a:defRPr>
            </a:lvl1pPr>
            <a:lvl2pPr marL="914400" lvl="1" indent="-228600" algn="l">
              <a:lnSpc>
                <a:spcPct val="90000"/>
              </a:lnSpc>
              <a:spcBef>
                <a:spcPts val="0"/>
              </a:spcBef>
              <a:spcAft>
                <a:spcPts val="0"/>
              </a:spcAft>
              <a:buClr>
                <a:srgbClr val="FFFFFF"/>
              </a:buClr>
              <a:buSzPts val="6000"/>
              <a:buFont typeface="Helvetica Neue"/>
              <a:buNone/>
              <a:defRPr sz="6000">
                <a:latin typeface="Helvetica Neue"/>
                <a:ea typeface="Helvetica Neue"/>
                <a:cs typeface="Helvetica Neue"/>
                <a:sym typeface="Helvetica Neue"/>
              </a:defRPr>
            </a:lvl2pPr>
            <a:lvl3pPr marL="1371600" lvl="2" indent="-228600" algn="l">
              <a:lnSpc>
                <a:spcPct val="90000"/>
              </a:lnSpc>
              <a:spcBef>
                <a:spcPts val="0"/>
              </a:spcBef>
              <a:spcAft>
                <a:spcPts val="0"/>
              </a:spcAft>
              <a:buClr>
                <a:srgbClr val="FFFFFF"/>
              </a:buClr>
              <a:buSzPts val="6000"/>
              <a:buFont typeface="Helvetica Neue"/>
              <a:buNone/>
              <a:defRPr sz="6000">
                <a:latin typeface="Helvetica Neue"/>
                <a:ea typeface="Helvetica Neue"/>
                <a:cs typeface="Helvetica Neue"/>
                <a:sym typeface="Helvetica Neue"/>
              </a:defRPr>
            </a:lvl3pPr>
            <a:lvl4pPr marL="1828800" lvl="3" indent="-228600" algn="l">
              <a:lnSpc>
                <a:spcPct val="90000"/>
              </a:lnSpc>
              <a:spcBef>
                <a:spcPts val="0"/>
              </a:spcBef>
              <a:spcAft>
                <a:spcPts val="0"/>
              </a:spcAft>
              <a:buClr>
                <a:srgbClr val="FFFFFF"/>
              </a:buClr>
              <a:buSzPts val="6000"/>
              <a:buFont typeface="Helvetica Neue"/>
              <a:buNone/>
              <a:defRPr sz="6000">
                <a:latin typeface="Helvetica Neue"/>
                <a:ea typeface="Helvetica Neue"/>
                <a:cs typeface="Helvetica Neue"/>
                <a:sym typeface="Helvetica Neue"/>
              </a:defRPr>
            </a:lvl4pPr>
            <a:lvl5pPr marL="2286000" lvl="4" indent="-228600" algn="l">
              <a:lnSpc>
                <a:spcPct val="90000"/>
              </a:lnSpc>
              <a:spcBef>
                <a:spcPts val="0"/>
              </a:spcBef>
              <a:spcAft>
                <a:spcPts val="0"/>
              </a:spcAft>
              <a:buClr>
                <a:srgbClr val="FFFFFF"/>
              </a:buClr>
              <a:buSzPts val="6000"/>
              <a:buFont typeface="Helvetica Neue"/>
              <a:buNone/>
              <a:defRPr sz="6000">
                <a:latin typeface="Helvetica Neue"/>
                <a:ea typeface="Helvetica Neue"/>
                <a:cs typeface="Helvetica Neue"/>
                <a:sym typeface="Helvetica Neue"/>
              </a:defRPr>
            </a:lvl5pPr>
            <a:lvl6pPr marL="2743200" lvl="5" indent="-394335" algn="l">
              <a:lnSpc>
                <a:spcPct val="100000"/>
              </a:lnSpc>
              <a:spcBef>
                <a:spcPts val="4200"/>
              </a:spcBef>
              <a:spcAft>
                <a:spcPts val="0"/>
              </a:spcAft>
              <a:buClr>
                <a:srgbClr val="FFFFFF"/>
              </a:buClr>
              <a:buSzPts val="2610"/>
              <a:buChar char="•"/>
              <a:defRPr/>
            </a:lvl6pPr>
            <a:lvl7pPr marL="3200400" lvl="6" indent="-394335" algn="l">
              <a:lnSpc>
                <a:spcPct val="100000"/>
              </a:lnSpc>
              <a:spcBef>
                <a:spcPts val="4200"/>
              </a:spcBef>
              <a:spcAft>
                <a:spcPts val="0"/>
              </a:spcAft>
              <a:buClr>
                <a:srgbClr val="FFFFFF"/>
              </a:buClr>
              <a:buSzPts val="2610"/>
              <a:buChar char="•"/>
              <a:defRPr/>
            </a:lvl7pPr>
            <a:lvl8pPr marL="3657600" lvl="7" indent="-394334" algn="l">
              <a:lnSpc>
                <a:spcPct val="100000"/>
              </a:lnSpc>
              <a:spcBef>
                <a:spcPts val="4200"/>
              </a:spcBef>
              <a:spcAft>
                <a:spcPts val="0"/>
              </a:spcAft>
              <a:buClr>
                <a:srgbClr val="FFFFFF"/>
              </a:buClr>
              <a:buSzPts val="2610"/>
              <a:buChar char="•"/>
              <a:defRPr/>
            </a:lvl8pPr>
            <a:lvl9pPr marL="4114800" lvl="8" indent="-394334" algn="l">
              <a:lnSpc>
                <a:spcPct val="100000"/>
              </a:lnSpc>
              <a:spcBef>
                <a:spcPts val="4200"/>
              </a:spcBef>
              <a:spcAft>
                <a:spcPts val="0"/>
              </a:spcAft>
              <a:buClr>
                <a:srgbClr val="FFFFFF"/>
              </a:buClr>
              <a:buSzPts val="2610"/>
              <a:buChar char="•"/>
              <a:defRPr/>
            </a:lvl9pPr>
          </a:lstStyle>
          <a:p>
            <a:endParaRPr/>
          </a:p>
        </p:txBody>
      </p:sp>
      <p:sp>
        <p:nvSpPr>
          <p:cNvPr id="74" name="Google Shape;74;p54"/>
          <p:cNvSpPr txBox="1">
            <a:spLocks noGrp="1"/>
          </p:cNvSpPr>
          <p:nvPr>
            <p:ph type="sldNum" idx="12"/>
          </p:nvPr>
        </p:nvSpPr>
        <p:spPr>
          <a:xfrm>
            <a:off x="6380889" y="8167799"/>
            <a:ext cx="236357" cy="227721"/>
          </a:xfrm>
          <a:prstGeom prst="rect">
            <a:avLst/>
          </a:prstGeom>
          <a:noFill/>
          <a:ln>
            <a:noFill/>
          </a:ln>
        </p:spPr>
        <p:txBody>
          <a:bodyPr spcFirstLastPara="1" wrap="square" lIns="27075" tIns="27075" rIns="27075" bIns="27075" anchor="b" anchorCtr="0">
            <a:spAutoFit/>
          </a:bodyPr>
          <a:lstStyle>
            <a:lvl1pPr marL="0" marR="0" lvl="0"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1pPr>
            <a:lvl2pPr marL="0" marR="0" lvl="1"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2pPr>
            <a:lvl3pPr marL="0" marR="0" lvl="2"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3pPr>
            <a:lvl4pPr marL="0" marR="0" lvl="3"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4pPr>
            <a:lvl5pPr marL="0" marR="0" lvl="4"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5pPr>
            <a:lvl6pPr marL="0" marR="0" lvl="5"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6pPr>
            <a:lvl7pPr marL="0" marR="0" lvl="6"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7pPr>
            <a:lvl8pPr marL="0" marR="0" lvl="7"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8pPr>
            <a:lvl9pPr marL="0" marR="0" lvl="8"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Photo - 3 Up">
  <p:cSld name="Photo - 3 Up">
    <p:spTree>
      <p:nvGrpSpPr>
        <p:cNvPr id="1" name="Shape 75"/>
        <p:cNvGrpSpPr/>
        <p:nvPr/>
      </p:nvGrpSpPr>
      <p:grpSpPr>
        <a:xfrm>
          <a:off x="0" y="0"/>
          <a:ext cx="0" cy="0"/>
          <a:chOff x="0" y="0"/>
          <a:chExt cx="0" cy="0"/>
        </a:xfrm>
      </p:grpSpPr>
      <p:sp>
        <p:nvSpPr>
          <p:cNvPr id="76" name="Google Shape;76;p55"/>
          <p:cNvSpPr>
            <a:spLocks noGrp="1"/>
          </p:cNvSpPr>
          <p:nvPr>
            <p:ph type="pic" idx="2"/>
          </p:nvPr>
        </p:nvSpPr>
        <p:spPr>
          <a:xfrm>
            <a:off x="8229600" y="4998084"/>
            <a:ext cx="4334934" cy="2885441"/>
          </a:xfrm>
          <a:prstGeom prst="rect">
            <a:avLst/>
          </a:prstGeom>
          <a:noFill/>
          <a:ln>
            <a:noFill/>
          </a:ln>
        </p:spPr>
      </p:sp>
      <p:sp>
        <p:nvSpPr>
          <p:cNvPr id="77" name="Google Shape;77;p55"/>
          <p:cNvSpPr>
            <a:spLocks noGrp="1"/>
          </p:cNvSpPr>
          <p:nvPr>
            <p:ph type="pic" idx="3"/>
          </p:nvPr>
        </p:nvSpPr>
        <p:spPr>
          <a:xfrm>
            <a:off x="-1564641" y="1896533"/>
            <a:ext cx="12106206" cy="6014721"/>
          </a:xfrm>
          <a:prstGeom prst="rect">
            <a:avLst/>
          </a:prstGeom>
          <a:noFill/>
          <a:ln>
            <a:noFill/>
          </a:ln>
        </p:spPr>
      </p:sp>
      <p:sp>
        <p:nvSpPr>
          <p:cNvPr id="78" name="Google Shape;78;p55"/>
          <p:cNvSpPr>
            <a:spLocks noGrp="1"/>
          </p:cNvSpPr>
          <p:nvPr>
            <p:ph type="pic" idx="4"/>
          </p:nvPr>
        </p:nvSpPr>
        <p:spPr>
          <a:xfrm>
            <a:off x="8229600" y="1896533"/>
            <a:ext cx="4334934" cy="2885441"/>
          </a:xfrm>
          <a:prstGeom prst="rect">
            <a:avLst/>
          </a:prstGeom>
          <a:noFill/>
          <a:ln>
            <a:noFill/>
          </a:ln>
        </p:spPr>
      </p:sp>
      <p:sp>
        <p:nvSpPr>
          <p:cNvPr id="79" name="Google Shape;79;p55"/>
          <p:cNvSpPr txBox="1">
            <a:spLocks noGrp="1"/>
          </p:cNvSpPr>
          <p:nvPr>
            <p:ph type="sldNum" idx="12"/>
          </p:nvPr>
        </p:nvSpPr>
        <p:spPr>
          <a:xfrm>
            <a:off x="6380889" y="8167799"/>
            <a:ext cx="236357" cy="227721"/>
          </a:xfrm>
          <a:prstGeom prst="rect">
            <a:avLst/>
          </a:prstGeom>
          <a:noFill/>
          <a:ln>
            <a:noFill/>
          </a:ln>
        </p:spPr>
        <p:txBody>
          <a:bodyPr spcFirstLastPara="1" wrap="square" lIns="27075" tIns="27075" rIns="27075" bIns="27075" anchor="b" anchorCtr="0">
            <a:spAutoFit/>
          </a:bodyPr>
          <a:lstStyle>
            <a:lvl1pPr marL="0" marR="0" lvl="0"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1pPr>
            <a:lvl2pPr marL="0" marR="0" lvl="1"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2pPr>
            <a:lvl3pPr marL="0" marR="0" lvl="2"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3pPr>
            <a:lvl4pPr marL="0" marR="0" lvl="3"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4pPr>
            <a:lvl5pPr marL="0" marR="0" lvl="4"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5pPr>
            <a:lvl6pPr marL="0" marR="0" lvl="5"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6pPr>
            <a:lvl7pPr marL="0" marR="0" lvl="6"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7pPr>
            <a:lvl8pPr marL="0" marR="0" lvl="7"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8pPr>
            <a:lvl9pPr marL="0" marR="0" lvl="8"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Photo">
  <p:cSld name="Photo">
    <p:spTree>
      <p:nvGrpSpPr>
        <p:cNvPr id="1" name="Shape 80"/>
        <p:cNvGrpSpPr/>
        <p:nvPr/>
      </p:nvGrpSpPr>
      <p:grpSpPr>
        <a:xfrm>
          <a:off x="0" y="0"/>
          <a:ext cx="0" cy="0"/>
          <a:chOff x="0" y="0"/>
          <a:chExt cx="0" cy="0"/>
        </a:xfrm>
      </p:grpSpPr>
      <p:sp>
        <p:nvSpPr>
          <p:cNvPr id="81" name="Google Shape;81;p56"/>
          <p:cNvSpPr>
            <a:spLocks noGrp="1"/>
          </p:cNvSpPr>
          <p:nvPr>
            <p:ph type="pic" idx="2"/>
          </p:nvPr>
        </p:nvSpPr>
        <p:spPr>
          <a:xfrm>
            <a:off x="-806028" y="-765387"/>
            <a:ext cx="15206135" cy="10149463"/>
          </a:xfrm>
          <a:prstGeom prst="rect">
            <a:avLst/>
          </a:prstGeom>
          <a:noFill/>
          <a:ln>
            <a:noFill/>
          </a:ln>
        </p:spPr>
      </p:sp>
      <p:sp>
        <p:nvSpPr>
          <p:cNvPr id="82" name="Google Shape;82;p56"/>
          <p:cNvSpPr txBox="1">
            <a:spLocks noGrp="1"/>
          </p:cNvSpPr>
          <p:nvPr>
            <p:ph type="sldNum" idx="12"/>
          </p:nvPr>
        </p:nvSpPr>
        <p:spPr>
          <a:xfrm>
            <a:off x="6380889" y="8167799"/>
            <a:ext cx="236357" cy="227721"/>
          </a:xfrm>
          <a:prstGeom prst="rect">
            <a:avLst/>
          </a:prstGeom>
          <a:noFill/>
          <a:ln>
            <a:noFill/>
          </a:ln>
        </p:spPr>
        <p:txBody>
          <a:bodyPr spcFirstLastPara="1" wrap="square" lIns="27075" tIns="27075" rIns="27075" bIns="27075" anchor="b" anchorCtr="0">
            <a:spAutoFit/>
          </a:bodyPr>
          <a:lstStyle>
            <a:lvl1pPr marL="0" marR="0" lvl="0"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1pPr>
            <a:lvl2pPr marL="0" marR="0" lvl="1"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2pPr>
            <a:lvl3pPr marL="0" marR="0" lvl="2"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3pPr>
            <a:lvl4pPr marL="0" marR="0" lvl="3"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4pPr>
            <a:lvl5pPr marL="0" marR="0" lvl="4"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5pPr>
            <a:lvl6pPr marL="0" marR="0" lvl="5"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6pPr>
            <a:lvl7pPr marL="0" marR="0" lvl="6"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7pPr>
            <a:lvl8pPr marL="0" marR="0" lvl="7"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8pPr>
            <a:lvl9pPr marL="0" marR="0" lvl="8"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Blank">
  <p:cSld name="Blank">
    <p:spTree>
      <p:nvGrpSpPr>
        <p:cNvPr id="1" name="Shape 83"/>
        <p:cNvGrpSpPr/>
        <p:nvPr/>
      </p:nvGrpSpPr>
      <p:grpSpPr>
        <a:xfrm>
          <a:off x="0" y="0"/>
          <a:ext cx="0" cy="0"/>
          <a:chOff x="0" y="0"/>
          <a:chExt cx="0" cy="0"/>
        </a:xfrm>
      </p:grpSpPr>
      <p:sp>
        <p:nvSpPr>
          <p:cNvPr id="84" name="Google Shape;84;p57"/>
          <p:cNvSpPr txBox="1">
            <a:spLocks noGrp="1"/>
          </p:cNvSpPr>
          <p:nvPr>
            <p:ph type="sldNum" idx="12"/>
          </p:nvPr>
        </p:nvSpPr>
        <p:spPr>
          <a:xfrm>
            <a:off x="6380889" y="8167799"/>
            <a:ext cx="236357" cy="227721"/>
          </a:xfrm>
          <a:prstGeom prst="rect">
            <a:avLst/>
          </a:prstGeom>
          <a:noFill/>
          <a:ln>
            <a:noFill/>
          </a:ln>
        </p:spPr>
        <p:txBody>
          <a:bodyPr spcFirstLastPara="1" wrap="square" lIns="27075" tIns="27075" rIns="27075" bIns="27075" anchor="b" anchorCtr="0">
            <a:spAutoFit/>
          </a:bodyPr>
          <a:lstStyle>
            <a:lvl1pPr marL="0" marR="0" lvl="0"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1pPr>
            <a:lvl2pPr marL="0" marR="0" lvl="1"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2pPr>
            <a:lvl3pPr marL="0" marR="0" lvl="2"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3pPr>
            <a:lvl4pPr marL="0" marR="0" lvl="3"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4pPr>
            <a:lvl5pPr marL="0" marR="0" lvl="4"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5pPr>
            <a:lvl6pPr marL="0" marR="0" lvl="5"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6pPr>
            <a:lvl7pPr marL="0" marR="0" lvl="6"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7pPr>
            <a:lvl8pPr marL="0" marR="0" lvl="7"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8pPr>
            <a:lvl9pPr marL="0" marR="0" lvl="8" indent="0" algn="ctr">
              <a:lnSpc>
                <a:spcPct val="100000"/>
              </a:lnSpc>
              <a:spcBef>
                <a:spcPts val="0"/>
              </a:spcBef>
              <a:spcAft>
                <a:spcPts val="0"/>
              </a:spcAft>
              <a:buClr>
                <a:srgbClr val="FFFFFF"/>
              </a:buClr>
              <a:buSzPts val="1200"/>
              <a:buFont typeface="Helvetica Neue"/>
              <a:buNone/>
              <a:defRPr sz="1200" b="0" i="0" u="none" strike="noStrike" cap="none">
                <a:solidFill>
                  <a:srgbClr val="FFFFFF"/>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5"/>
        <p:cNvGrpSpPr/>
        <p:nvPr/>
      </p:nvGrpSpPr>
      <p:grpSpPr>
        <a:xfrm>
          <a:off x="0" y="0"/>
          <a:ext cx="0" cy="0"/>
          <a:chOff x="0" y="0"/>
          <a:chExt cx="0" cy="0"/>
        </a:xfrm>
      </p:grpSpPr>
      <p:sp>
        <p:nvSpPr>
          <p:cNvPr id="6" name="Google Shape;6;p39"/>
          <p:cNvSpPr txBox="1">
            <a:spLocks noGrp="1"/>
          </p:cNvSpPr>
          <p:nvPr>
            <p:ph type="title"/>
          </p:nvPr>
        </p:nvSpPr>
        <p:spPr>
          <a:xfrm>
            <a:off x="952500" y="254000"/>
            <a:ext cx="11099800" cy="2159000"/>
          </a:xfrm>
          <a:prstGeom prst="rect">
            <a:avLst/>
          </a:prstGeom>
          <a:noFill/>
          <a:ln>
            <a:noFill/>
          </a:ln>
        </p:spPr>
        <p:txBody>
          <a:bodyPr spcFirstLastPara="1" wrap="square" lIns="50800" tIns="50800" rIns="50800" bIns="50800" anchor="ctr" anchorCtr="0">
            <a:normAutofit/>
          </a:bodyPr>
          <a:lstStyle>
            <a:lvl1pPr marR="0" lvl="0" algn="ctr" rtl="0">
              <a:lnSpc>
                <a:spcPct val="100000"/>
              </a:lnSpc>
              <a:spcBef>
                <a:spcPts val="0"/>
              </a:spcBef>
              <a:spcAft>
                <a:spcPts val="0"/>
              </a:spcAft>
              <a:buClr>
                <a:srgbClr val="FFFFFF"/>
              </a:buClr>
              <a:buSzPts val="8000"/>
              <a:buFont typeface="Helvetica Neue"/>
              <a:buNone/>
              <a:defRPr sz="8000" b="0" i="0" u="none" strike="noStrike" cap="none">
                <a:solidFill>
                  <a:srgbClr val="FFFFFF"/>
                </a:solidFill>
                <a:latin typeface="Helvetica Neue"/>
                <a:ea typeface="Helvetica Neue"/>
                <a:cs typeface="Helvetica Neue"/>
                <a:sym typeface="Helvetica Neue"/>
              </a:defRPr>
            </a:lvl1pPr>
            <a:lvl2pPr marR="0" lvl="1" algn="ctr" rtl="0">
              <a:lnSpc>
                <a:spcPct val="100000"/>
              </a:lnSpc>
              <a:spcBef>
                <a:spcPts val="0"/>
              </a:spcBef>
              <a:spcAft>
                <a:spcPts val="0"/>
              </a:spcAft>
              <a:buClr>
                <a:srgbClr val="FFFFFF"/>
              </a:buClr>
              <a:buSzPts val="8000"/>
              <a:buFont typeface="Helvetica Neue"/>
              <a:buNone/>
              <a:defRPr sz="8000" b="0" i="0" u="none" strike="noStrike" cap="none">
                <a:solidFill>
                  <a:srgbClr val="FFFFFF"/>
                </a:solidFill>
                <a:latin typeface="Helvetica Neue"/>
                <a:ea typeface="Helvetica Neue"/>
                <a:cs typeface="Helvetica Neue"/>
                <a:sym typeface="Helvetica Neue"/>
              </a:defRPr>
            </a:lvl2pPr>
            <a:lvl3pPr marR="0" lvl="2" algn="ctr" rtl="0">
              <a:lnSpc>
                <a:spcPct val="100000"/>
              </a:lnSpc>
              <a:spcBef>
                <a:spcPts val="0"/>
              </a:spcBef>
              <a:spcAft>
                <a:spcPts val="0"/>
              </a:spcAft>
              <a:buClr>
                <a:srgbClr val="FFFFFF"/>
              </a:buClr>
              <a:buSzPts val="8000"/>
              <a:buFont typeface="Helvetica Neue"/>
              <a:buNone/>
              <a:defRPr sz="8000" b="0" i="0" u="none" strike="noStrike" cap="none">
                <a:solidFill>
                  <a:srgbClr val="FFFFFF"/>
                </a:solidFill>
                <a:latin typeface="Helvetica Neue"/>
                <a:ea typeface="Helvetica Neue"/>
                <a:cs typeface="Helvetica Neue"/>
                <a:sym typeface="Helvetica Neue"/>
              </a:defRPr>
            </a:lvl3pPr>
            <a:lvl4pPr marR="0" lvl="3" algn="ctr" rtl="0">
              <a:lnSpc>
                <a:spcPct val="100000"/>
              </a:lnSpc>
              <a:spcBef>
                <a:spcPts val="0"/>
              </a:spcBef>
              <a:spcAft>
                <a:spcPts val="0"/>
              </a:spcAft>
              <a:buClr>
                <a:srgbClr val="FFFFFF"/>
              </a:buClr>
              <a:buSzPts val="8000"/>
              <a:buFont typeface="Helvetica Neue"/>
              <a:buNone/>
              <a:defRPr sz="8000" b="0" i="0" u="none" strike="noStrike" cap="none">
                <a:solidFill>
                  <a:srgbClr val="FFFFFF"/>
                </a:solidFill>
                <a:latin typeface="Helvetica Neue"/>
                <a:ea typeface="Helvetica Neue"/>
                <a:cs typeface="Helvetica Neue"/>
                <a:sym typeface="Helvetica Neue"/>
              </a:defRPr>
            </a:lvl4pPr>
            <a:lvl5pPr marR="0" lvl="4" algn="ctr" rtl="0">
              <a:lnSpc>
                <a:spcPct val="100000"/>
              </a:lnSpc>
              <a:spcBef>
                <a:spcPts val="0"/>
              </a:spcBef>
              <a:spcAft>
                <a:spcPts val="0"/>
              </a:spcAft>
              <a:buClr>
                <a:srgbClr val="FFFFFF"/>
              </a:buClr>
              <a:buSzPts val="8000"/>
              <a:buFont typeface="Helvetica Neue"/>
              <a:buNone/>
              <a:defRPr sz="8000" b="0" i="0" u="none" strike="noStrike" cap="none">
                <a:solidFill>
                  <a:srgbClr val="FFFFFF"/>
                </a:solidFill>
                <a:latin typeface="Helvetica Neue"/>
                <a:ea typeface="Helvetica Neue"/>
                <a:cs typeface="Helvetica Neue"/>
                <a:sym typeface="Helvetica Neue"/>
              </a:defRPr>
            </a:lvl5pPr>
            <a:lvl6pPr marR="0" lvl="5" algn="ctr" rtl="0">
              <a:lnSpc>
                <a:spcPct val="100000"/>
              </a:lnSpc>
              <a:spcBef>
                <a:spcPts val="0"/>
              </a:spcBef>
              <a:spcAft>
                <a:spcPts val="0"/>
              </a:spcAft>
              <a:buClr>
                <a:srgbClr val="FFFFFF"/>
              </a:buClr>
              <a:buSzPts val="8000"/>
              <a:buFont typeface="Helvetica Neue"/>
              <a:buNone/>
              <a:defRPr sz="8000" b="0" i="0" u="none" strike="noStrike" cap="none">
                <a:solidFill>
                  <a:srgbClr val="FFFFFF"/>
                </a:solidFill>
                <a:latin typeface="Helvetica Neue"/>
                <a:ea typeface="Helvetica Neue"/>
                <a:cs typeface="Helvetica Neue"/>
                <a:sym typeface="Helvetica Neue"/>
              </a:defRPr>
            </a:lvl6pPr>
            <a:lvl7pPr marR="0" lvl="6" algn="ctr" rtl="0">
              <a:lnSpc>
                <a:spcPct val="100000"/>
              </a:lnSpc>
              <a:spcBef>
                <a:spcPts val="0"/>
              </a:spcBef>
              <a:spcAft>
                <a:spcPts val="0"/>
              </a:spcAft>
              <a:buClr>
                <a:srgbClr val="FFFFFF"/>
              </a:buClr>
              <a:buSzPts val="8000"/>
              <a:buFont typeface="Helvetica Neue"/>
              <a:buNone/>
              <a:defRPr sz="8000" b="0" i="0" u="none" strike="noStrike" cap="none">
                <a:solidFill>
                  <a:srgbClr val="FFFFFF"/>
                </a:solidFill>
                <a:latin typeface="Helvetica Neue"/>
                <a:ea typeface="Helvetica Neue"/>
                <a:cs typeface="Helvetica Neue"/>
                <a:sym typeface="Helvetica Neue"/>
              </a:defRPr>
            </a:lvl7pPr>
            <a:lvl8pPr marR="0" lvl="7" algn="ctr" rtl="0">
              <a:lnSpc>
                <a:spcPct val="100000"/>
              </a:lnSpc>
              <a:spcBef>
                <a:spcPts val="0"/>
              </a:spcBef>
              <a:spcAft>
                <a:spcPts val="0"/>
              </a:spcAft>
              <a:buClr>
                <a:srgbClr val="FFFFFF"/>
              </a:buClr>
              <a:buSzPts val="8000"/>
              <a:buFont typeface="Helvetica Neue"/>
              <a:buNone/>
              <a:defRPr sz="8000" b="0" i="0" u="none" strike="noStrike" cap="none">
                <a:solidFill>
                  <a:srgbClr val="FFFFFF"/>
                </a:solidFill>
                <a:latin typeface="Helvetica Neue"/>
                <a:ea typeface="Helvetica Neue"/>
                <a:cs typeface="Helvetica Neue"/>
                <a:sym typeface="Helvetica Neue"/>
              </a:defRPr>
            </a:lvl8pPr>
            <a:lvl9pPr marR="0" lvl="8" algn="ctr" rtl="0">
              <a:lnSpc>
                <a:spcPct val="100000"/>
              </a:lnSpc>
              <a:spcBef>
                <a:spcPts val="0"/>
              </a:spcBef>
              <a:spcAft>
                <a:spcPts val="0"/>
              </a:spcAft>
              <a:buClr>
                <a:srgbClr val="FFFFFF"/>
              </a:buClr>
              <a:buSzPts val="8000"/>
              <a:buFont typeface="Helvetica Neue"/>
              <a:buNone/>
              <a:defRPr sz="8000" b="0" i="0" u="none" strike="noStrike" cap="none">
                <a:solidFill>
                  <a:srgbClr val="FFFFFF"/>
                </a:solidFill>
                <a:latin typeface="Helvetica Neue"/>
                <a:ea typeface="Helvetica Neue"/>
                <a:cs typeface="Helvetica Neue"/>
                <a:sym typeface="Helvetica Neue"/>
              </a:defRPr>
            </a:lvl9pPr>
          </a:lstStyle>
          <a:p>
            <a:endParaRPr/>
          </a:p>
        </p:txBody>
      </p:sp>
      <p:sp>
        <p:nvSpPr>
          <p:cNvPr id="7" name="Google Shape;7;p39"/>
          <p:cNvSpPr txBox="1">
            <a:spLocks noGrp="1"/>
          </p:cNvSpPr>
          <p:nvPr>
            <p:ph type="body" idx="1"/>
          </p:nvPr>
        </p:nvSpPr>
        <p:spPr>
          <a:xfrm>
            <a:off x="952500" y="2590800"/>
            <a:ext cx="11099800" cy="6286500"/>
          </a:xfrm>
          <a:prstGeom prst="rect">
            <a:avLst/>
          </a:prstGeom>
          <a:noFill/>
          <a:ln>
            <a:noFill/>
          </a:ln>
        </p:spPr>
        <p:txBody>
          <a:bodyPr spcFirstLastPara="1" wrap="square" lIns="50800" tIns="50800" rIns="50800" bIns="50800" anchor="ctr" anchorCtr="0">
            <a:normAutofit/>
          </a:bodyPr>
          <a:lstStyle>
            <a:lvl1pPr marL="457200" marR="0" lvl="0" indent="-523240" algn="l" rtl="0">
              <a:lnSpc>
                <a:spcPct val="100000"/>
              </a:lnSpc>
              <a:spcBef>
                <a:spcPts val="4200"/>
              </a:spcBef>
              <a:spcAft>
                <a:spcPts val="0"/>
              </a:spcAft>
              <a:buClr>
                <a:srgbClr val="FFFFFF"/>
              </a:buClr>
              <a:buSzPts val="4640"/>
              <a:buFont typeface="Helvetica Neue"/>
              <a:buChar char="•"/>
              <a:defRPr sz="3200" b="0" i="0" u="none" strike="noStrike" cap="none">
                <a:solidFill>
                  <a:srgbClr val="FFFFFF"/>
                </a:solidFill>
                <a:latin typeface="Helvetica Neue"/>
                <a:ea typeface="Helvetica Neue"/>
                <a:cs typeface="Helvetica Neue"/>
                <a:sym typeface="Helvetica Neue"/>
              </a:defRPr>
            </a:lvl1pPr>
            <a:lvl2pPr marL="914400" marR="0" lvl="1" indent="-523240" algn="l" rtl="0">
              <a:lnSpc>
                <a:spcPct val="100000"/>
              </a:lnSpc>
              <a:spcBef>
                <a:spcPts val="4200"/>
              </a:spcBef>
              <a:spcAft>
                <a:spcPts val="0"/>
              </a:spcAft>
              <a:buClr>
                <a:srgbClr val="FFFFFF"/>
              </a:buClr>
              <a:buSzPts val="4640"/>
              <a:buFont typeface="Helvetica Neue"/>
              <a:buChar char="•"/>
              <a:defRPr sz="3200" b="0" i="0" u="none" strike="noStrike" cap="none">
                <a:solidFill>
                  <a:srgbClr val="FFFFFF"/>
                </a:solidFill>
                <a:latin typeface="Helvetica Neue"/>
                <a:ea typeface="Helvetica Neue"/>
                <a:cs typeface="Helvetica Neue"/>
                <a:sym typeface="Helvetica Neue"/>
              </a:defRPr>
            </a:lvl2pPr>
            <a:lvl3pPr marL="1371600" marR="0" lvl="2" indent="-523239" algn="l" rtl="0">
              <a:lnSpc>
                <a:spcPct val="100000"/>
              </a:lnSpc>
              <a:spcBef>
                <a:spcPts val="4200"/>
              </a:spcBef>
              <a:spcAft>
                <a:spcPts val="0"/>
              </a:spcAft>
              <a:buClr>
                <a:srgbClr val="FFFFFF"/>
              </a:buClr>
              <a:buSzPts val="4640"/>
              <a:buFont typeface="Helvetica Neue"/>
              <a:buChar char="•"/>
              <a:defRPr sz="3200" b="0" i="0" u="none" strike="noStrike" cap="none">
                <a:solidFill>
                  <a:srgbClr val="FFFFFF"/>
                </a:solidFill>
                <a:latin typeface="Helvetica Neue"/>
                <a:ea typeface="Helvetica Neue"/>
                <a:cs typeface="Helvetica Neue"/>
                <a:sym typeface="Helvetica Neue"/>
              </a:defRPr>
            </a:lvl3pPr>
            <a:lvl4pPr marL="1828800" marR="0" lvl="3" indent="-523239" algn="l" rtl="0">
              <a:lnSpc>
                <a:spcPct val="100000"/>
              </a:lnSpc>
              <a:spcBef>
                <a:spcPts val="4200"/>
              </a:spcBef>
              <a:spcAft>
                <a:spcPts val="0"/>
              </a:spcAft>
              <a:buClr>
                <a:srgbClr val="FFFFFF"/>
              </a:buClr>
              <a:buSzPts val="4640"/>
              <a:buFont typeface="Helvetica Neue"/>
              <a:buChar char="•"/>
              <a:defRPr sz="3200" b="0" i="0" u="none" strike="noStrike" cap="none">
                <a:solidFill>
                  <a:srgbClr val="FFFFFF"/>
                </a:solidFill>
                <a:latin typeface="Helvetica Neue"/>
                <a:ea typeface="Helvetica Neue"/>
                <a:cs typeface="Helvetica Neue"/>
                <a:sym typeface="Helvetica Neue"/>
              </a:defRPr>
            </a:lvl4pPr>
            <a:lvl5pPr marL="2286000" marR="0" lvl="4" indent="-523239" algn="l" rtl="0">
              <a:lnSpc>
                <a:spcPct val="100000"/>
              </a:lnSpc>
              <a:spcBef>
                <a:spcPts val="4200"/>
              </a:spcBef>
              <a:spcAft>
                <a:spcPts val="0"/>
              </a:spcAft>
              <a:buClr>
                <a:srgbClr val="FFFFFF"/>
              </a:buClr>
              <a:buSzPts val="4640"/>
              <a:buFont typeface="Helvetica Neue"/>
              <a:buChar char="•"/>
              <a:defRPr sz="3200" b="0" i="0" u="none" strike="noStrike" cap="none">
                <a:solidFill>
                  <a:srgbClr val="FFFFFF"/>
                </a:solidFill>
                <a:latin typeface="Helvetica Neue"/>
                <a:ea typeface="Helvetica Neue"/>
                <a:cs typeface="Helvetica Neue"/>
                <a:sym typeface="Helvetica Neue"/>
              </a:defRPr>
            </a:lvl5pPr>
            <a:lvl6pPr marL="2743200" marR="0" lvl="5" indent="-523239" algn="l" rtl="0">
              <a:lnSpc>
                <a:spcPct val="100000"/>
              </a:lnSpc>
              <a:spcBef>
                <a:spcPts val="4200"/>
              </a:spcBef>
              <a:spcAft>
                <a:spcPts val="0"/>
              </a:spcAft>
              <a:buClr>
                <a:srgbClr val="FFFFFF"/>
              </a:buClr>
              <a:buSzPts val="4640"/>
              <a:buFont typeface="Helvetica Neue"/>
              <a:buChar char="•"/>
              <a:defRPr sz="3200" b="0" i="0" u="none" strike="noStrike" cap="none">
                <a:solidFill>
                  <a:srgbClr val="FFFFFF"/>
                </a:solidFill>
                <a:latin typeface="Helvetica Neue"/>
                <a:ea typeface="Helvetica Neue"/>
                <a:cs typeface="Helvetica Neue"/>
                <a:sym typeface="Helvetica Neue"/>
              </a:defRPr>
            </a:lvl6pPr>
            <a:lvl7pPr marL="3200400" marR="0" lvl="6" indent="-523239" algn="l" rtl="0">
              <a:lnSpc>
                <a:spcPct val="100000"/>
              </a:lnSpc>
              <a:spcBef>
                <a:spcPts val="4200"/>
              </a:spcBef>
              <a:spcAft>
                <a:spcPts val="0"/>
              </a:spcAft>
              <a:buClr>
                <a:srgbClr val="FFFFFF"/>
              </a:buClr>
              <a:buSzPts val="4640"/>
              <a:buFont typeface="Helvetica Neue"/>
              <a:buChar char="•"/>
              <a:defRPr sz="3200" b="0" i="0" u="none" strike="noStrike" cap="none">
                <a:solidFill>
                  <a:srgbClr val="FFFFFF"/>
                </a:solidFill>
                <a:latin typeface="Helvetica Neue"/>
                <a:ea typeface="Helvetica Neue"/>
                <a:cs typeface="Helvetica Neue"/>
                <a:sym typeface="Helvetica Neue"/>
              </a:defRPr>
            </a:lvl7pPr>
            <a:lvl8pPr marL="3657600" marR="0" lvl="7" indent="-523239" algn="l" rtl="0">
              <a:lnSpc>
                <a:spcPct val="100000"/>
              </a:lnSpc>
              <a:spcBef>
                <a:spcPts val="4200"/>
              </a:spcBef>
              <a:spcAft>
                <a:spcPts val="0"/>
              </a:spcAft>
              <a:buClr>
                <a:srgbClr val="FFFFFF"/>
              </a:buClr>
              <a:buSzPts val="4640"/>
              <a:buFont typeface="Helvetica Neue"/>
              <a:buChar char="•"/>
              <a:defRPr sz="3200" b="0" i="0" u="none" strike="noStrike" cap="none">
                <a:solidFill>
                  <a:srgbClr val="FFFFFF"/>
                </a:solidFill>
                <a:latin typeface="Helvetica Neue"/>
                <a:ea typeface="Helvetica Neue"/>
                <a:cs typeface="Helvetica Neue"/>
                <a:sym typeface="Helvetica Neue"/>
              </a:defRPr>
            </a:lvl8pPr>
            <a:lvl9pPr marL="4114800" marR="0" lvl="8" indent="-523240" algn="l" rtl="0">
              <a:lnSpc>
                <a:spcPct val="100000"/>
              </a:lnSpc>
              <a:spcBef>
                <a:spcPts val="4200"/>
              </a:spcBef>
              <a:spcAft>
                <a:spcPts val="0"/>
              </a:spcAft>
              <a:buClr>
                <a:srgbClr val="FFFFFF"/>
              </a:buClr>
              <a:buSzPts val="4640"/>
              <a:buFont typeface="Helvetica Neue"/>
              <a:buChar char="•"/>
              <a:defRPr sz="3200" b="0" i="0" u="none" strike="noStrike" cap="none">
                <a:solidFill>
                  <a:srgbClr val="FFFFFF"/>
                </a:solidFill>
                <a:latin typeface="Helvetica Neue"/>
                <a:ea typeface="Helvetica Neue"/>
                <a:cs typeface="Helvetica Neue"/>
                <a:sym typeface="Helvetica Neue"/>
              </a:defRPr>
            </a:lvl9pPr>
          </a:lstStyle>
          <a:p>
            <a:endParaRPr/>
          </a:p>
        </p:txBody>
      </p:sp>
      <p:sp>
        <p:nvSpPr>
          <p:cNvPr id="8" name="Google Shape;8;p39"/>
          <p:cNvSpPr txBox="1">
            <a:spLocks noGrp="1"/>
          </p:cNvSpPr>
          <p:nvPr>
            <p:ph type="sldNum" idx="12"/>
          </p:nvPr>
        </p:nvSpPr>
        <p:spPr>
          <a:xfrm>
            <a:off x="6328884" y="9296400"/>
            <a:ext cx="340259" cy="324306"/>
          </a:xfrm>
          <a:prstGeom prst="rect">
            <a:avLst/>
          </a:prstGeom>
          <a:noFill/>
          <a:ln>
            <a:noFill/>
          </a:ln>
        </p:spPr>
        <p:txBody>
          <a:bodyPr spcFirstLastPara="1" wrap="square" lIns="50800" tIns="50800" rIns="50800" bIns="50800" anchor="t" anchorCtr="0">
            <a:spAutoFit/>
          </a:bodyPr>
          <a:lstStyle>
            <a:lvl1pPr marL="0" marR="0" lvl="0" indent="0" algn="ctr" rtl="0">
              <a:lnSpc>
                <a:spcPct val="100000"/>
              </a:lnSpc>
              <a:spcBef>
                <a:spcPts val="0"/>
              </a:spcBef>
              <a:spcAft>
                <a:spcPts val="0"/>
              </a:spcAft>
              <a:buClr>
                <a:srgbClr val="FFFFFF"/>
              </a:buClr>
              <a:buSzPts val="1600"/>
              <a:buFont typeface="Helvetica Neue Light"/>
              <a:buNone/>
              <a:defRPr sz="1600" b="0" i="0" u="none" strike="noStrike" cap="none">
                <a:solidFill>
                  <a:srgbClr val="FFFFFF"/>
                </a:solidFill>
                <a:latin typeface="Helvetica Neue Light"/>
                <a:ea typeface="Helvetica Neue Light"/>
                <a:cs typeface="Helvetica Neue Light"/>
                <a:sym typeface="Helvetica Neue Light"/>
              </a:defRPr>
            </a:lvl1pPr>
            <a:lvl2pPr marL="0" marR="0" lvl="1" indent="0" algn="ctr" rtl="0">
              <a:lnSpc>
                <a:spcPct val="100000"/>
              </a:lnSpc>
              <a:spcBef>
                <a:spcPts val="0"/>
              </a:spcBef>
              <a:spcAft>
                <a:spcPts val="0"/>
              </a:spcAft>
              <a:buClr>
                <a:srgbClr val="FFFFFF"/>
              </a:buClr>
              <a:buSzPts val="1600"/>
              <a:buFont typeface="Helvetica Neue Light"/>
              <a:buNone/>
              <a:defRPr sz="1600" b="0" i="0" u="none" strike="noStrike" cap="none">
                <a:solidFill>
                  <a:srgbClr val="FFFFFF"/>
                </a:solidFill>
                <a:latin typeface="Helvetica Neue Light"/>
                <a:ea typeface="Helvetica Neue Light"/>
                <a:cs typeface="Helvetica Neue Light"/>
                <a:sym typeface="Helvetica Neue Light"/>
              </a:defRPr>
            </a:lvl2pPr>
            <a:lvl3pPr marL="0" marR="0" lvl="2" indent="0" algn="ctr" rtl="0">
              <a:lnSpc>
                <a:spcPct val="100000"/>
              </a:lnSpc>
              <a:spcBef>
                <a:spcPts val="0"/>
              </a:spcBef>
              <a:spcAft>
                <a:spcPts val="0"/>
              </a:spcAft>
              <a:buClr>
                <a:srgbClr val="FFFFFF"/>
              </a:buClr>
              <a:buSzPts val="1600"/>
              <a:buFont typeface="Helvetica Neue Light"/>
              <a:buNone/>
              <a:defRPr sz="1600" b="0" i="0" u="none" strike="noStrike" cap="none">
                <a:solidFill>
                  <a:srgbClr val="FFFFFF"/>
                </a:solidFill>
                <a:latin typeface="Helvetica Neue Light"/>
                <a:ea typeface="Helvetica Neue Light"/>
                <a:cs typeface="Helvetica Neue Light"/>
                <a:sym typeface="Helvetica Neue Light"/>
              </a:defRPr>
            </a:lvl3pPr>
            <a:lvl4pPr marL="0" marR="0" lvl="3" indent="0" algn="ctr" rtl="0">
              <a:lnSpc>
                <a:spcPct val="100000"/>
              </a:lnSpc>
              <a:spcBef>
                <a:spcPts val="0"/>
              </a:spcBef>
              <a:spcAft>
                <a:spcPts val="0"/>
              </a:spcAft>
              <a:buClr>
                <a:srgbClr val="FFFFFF"/>
              </a:buClr>
              <a:buSzPts val="1600"/>
              <a:buFont typeface="Helvetica Neue Light"/>
              <a:buNone/>
              <a:defRPr sz="1600" b="0" i="0" u="none" strike="noStrike" cap="none">
                <a:solidFill>
                  <a:srgbClr val="FFFFFF"/>
                </a:solidFill>
                <a:latin typeface="Helvetica Neue Light"/>
                <a:ea typeface="Helvetica Neue Light"/>
                <a:cs typeface="Helvetica Neue Light"/>
                <a:sym typeface="Helvetica Neue Light"/>
              </a:defRPr>
            </a:lvl4pPr>
            <a:lvl5pPr marL="0" marR="0" lvl="4" indent="0" algn="ctr" rtl="0">
              <a:lnSpc>
                <a:spcPct val="100000"/>
              </a:lnSpc>
              <a:spcBef>
                <a:spcPts val="0"/>
              </a:spcBef>
              <a:spcAft>
                <a:spcPts val="0"/>
              </a:spcAft>
              <a:buClr>
                <a:srgbClr val="FFFFFF"/>
              </a:buClr>
              <a:buSzPts val="1600"/>
              <a:buFont typeface="Helvetica Neue Light"/>
              <a:buNone/>
              <a:defRPr sz="1600" b="0" i="0" u="none" strike="noStrike" cap="none">
                <a:solidFill>
                  <a:srgbClr val="FFFFFF"/>
                </a:solidFill>
                <a:latin typeface="Helvetica Neue Light"/>
                <a:ea typeface="Helvetica Neue Light"/>
                <a:cs typeface="Helvetica Neue Light"/>
                <a:sym typeface="Helvetica Neue Light"/>
              </a:defRPr>
            </a:lvl5pPr>
            <a:lvl6pPr marL="0" marR="0" lvl="5" indent="0" algn="ctr" rtl="0">
              <a:lnSpc>
                <a:spcPct val="100000"/>
              </a:lnSpc>
              <a:spcBef>
                <a:spcPts val="0"/>
              </a:spcBef>
              <a:spcAft>
                <a:spcPts val="0"/>
              </a:spcAft>
              <a:buClr>
                <a:srgbClr val="FFFFFF"/>
              </a:buClr>
              <a:buSzPts val="1600"/>
              <a:buFont typeface="Helvetica Neue Light"/>
              <a:buNone/>
              <a:defRPr sz="1600" b="0" i="0" u="none" strike="noStrike" cap="none">
                <a:solidFill>
                  <a:srgbClr val="FFFFFF"/>
                </a:solidFill>
                <a:latin typeface="Helvetica Neue Light"/>
                <a:ea typeface="Helvetica Neue Light"/>
                <a:cs typeface="Helvetica Neue Light"/>
                <a:sym typeface="Helvetica Neue Light"/>
              </a:defRPr>
            </a:lvl6pPr>
            <a:lvl7pPr marL="0" marR="0" lvl="6" indent="0" algn="ctr" rtl="0">
              <a:lnSpc>
                <a:spcPct val="100000"/>
              </a:lnSpc>
              <a:spcBef>
                <a:spcPts val="0"/>
              </a:spcBef>
              <a:spcAft>
                <a:spcPts val="0"/>
              </a:spcAft>
              <a:buClr>
                <a:srgbClr val="FFFFFF"/>
              </a:buClr>
              <a:buSzPts val="1600"/>
              <a:buFont typeface="Helvetica Neue Light"/>
              <a:buNone/>
              <a:defRPr sz="1600" b="0" i="0" u="none" strike="noStrike" cap="none">
                <a:solidFill>
                  <a:srgbClr val="FFFFFF"/>
                </a:solidFill>
                <a:latin typeface="Helvetica Neue Light"/>
                <a:ea typeface="Helvetica Neue Light"/>
                <a:cs typeface="Helvetica Neue Light"/>
                <a:sym typeface="Helvetica Neue Light"/>
              </a:defRPr>
            </a:lvl7pPr>
            <a:lvl8pPr marL="0" marR="0" lvl="7" indent="0" algn="ctr" rtl="0">
              <a:lnSpc>
                <a:spcPct val="100000"/>
              </a:lnSpc>
              <a:spcBef>
                <a:spcPts val="0"/>
              </a:spcBef>
              <a:spcAft>
                <a:spcPts val="0"/>
              </a:spcAft>
              <a:buClr>
                <a:srgbClr val="FFFFFF"/>
              </a:buClr>
              <a:buSzPts val="1600"/>
              <a:buFont typeface="Helvetica Neue Light"/>
              <a:buNone/>
              <a:defRPr sz="1600" b="0" i="0" u="none" strike="noStrike" cap="none">
                <a:solidFill>
                  <a:srgbClr val="FFFFFF"/>
                </a:solidFill>
                <a:latin typeface="Helvetica Neue Light"/>
                <a:ea typeface="Helvetica Neue Light"/>
                <a:cs typeface="Helvetica Neue Light"/>
                <a:sym typeface="Helvetica Neue Light"/>
              </a:defRPr>
            </a:lvl8pPr>
            <a:lvl9pPr marL="0" marR="0" lvl="8" indent="0" algn="ctr" rtl="0">
              <a:lnSpc>
                <a:spcPct val="100000"/>
              </a:lnSpc>
              <a:spcBef>
                <a:spcPts val="0"/>
              </a:spcBef>
              <a:spcAft>
                <a:spcPts val="0"/>
              </a:spcAft>
              <a:buClr>
                <a:srgbClr val="FFFFFF"/>
              </a:buClr>
              <a:buSzPts val="1600"/>
              <a:buFont typeface="Helvetica Neue Light"/>
              <a:buNone/>
              <a:defRPr sz="1600" b="0" i="0" u="none" strike="noStrike" cap="none">
                <a:solidFill>
                  <a:srgbClr val="FFFFFF"/>
                </a:solidFill>
                <a:latin typeface="Helvetica Neue Light"/>
                <a:ea typeface="Helvetica Neue Light"/>
                <a:cs typeface="Helvetica Neue Light"/>
                <a:sym typeface="Helvetica Neue Light"/>
              </a:defRPr>
            </a:lvl9pPr>
          </a:lstStyle>
          <a:p>
            <a:pPr marL="0" lvl="0" indent="0" algn="ct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0.png"/><Relationship Id="rId3" Type="http://schemas.openxmlformats.org/officeDocument/2006/relationships/image" Target="../media/image2.png"/><Relationship Id="rId7" Type="http://schemas.openxmlformats.org/officeDocument/2006/relationships/hyperlink" Target="http://www.herpnet.org" TargetMode="External"/><Relationship Id="rId12"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5.png"/><Relationship Id="rId11" Type="http://schemas.openxmlformats.org/officeDocument/2006/relationships/image" Target="../media/image8.png"/><Relationship Id="rId5" Type="http://schemas.openxmlformats.org/officeDocument/2006/relationships/image" Target="../media/image4.png"/><Relationship Id="rId15" Type="http://schemas.openxmlformats.org/officeDocument/2006/relationships/comments" Target="../comments/comment1.xml"/><Relationship Id="rId10" Type="http://schemas.openxmlformats.org/officeDocument/2006/relationships/hyperlink" Target="http://vertnet.org" TargetMode="External"/><Relationship Id="rId4" Type="http://schemas.openxmlformats.org/officeDocument/2006/relationships/image" Target="../media/image3.png"/><Relationship Id="rId9" Type="http://schemas.openxmlformats.org/officeDocument/2006/relationships/image" Target="../media/image7.png"/><Relationship Id="rId14" Type="http://schemas.openxmlformats.org/officeDocument/2006/relationships/image" Target="../media/image11.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hyperlink" Target="http://www.worldclim.org" TargetMode="External"/><Relationship Id="rId7" Type="http://schemas.openxmlformats.org/officeDocument/2006/relationships/image" Target="../media/image13.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hyperlink" Target="http://www.climatologylab.org/terraclimate.html" TargetMode="External"/><Relationship Id="rId5" Type="http://schemas.openxmlformats.org/officeDocument/2006/relationships/hyperlink" Target="https://www.ecoclimate.org/downloads/" TargetMode="External"/><Relationship Id="rId4" Type="http://schemas.openxmlformats.org/officeDocument/2006/relationships/hyperlink" Target="https://chelsa-climate.org/bioclim/" TargetMode="External"/><Relationship Id="rId9" Type="http://schemas.openxmlformats.org/officeDocument/2006/relationships/image" Target="../media/image15.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9.xml.rels><?xml version="1.0" encoding="UTF-8" standalone="yes"?>
<Relationships xmlns="http://schemas.openxmlformats.org/package/2006/relationships"><Relationship Id="rId3" Type="http://schemas.openxmlformats.org/officeDocument/2006/relationships/image" Target="../media/image18.jp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1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1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2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26.png"/></Relationships>
</file>

<file path=ppt/slides/_rels/slide2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31.jp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34.jpg"/><Relationship Id="rId5" Type="http://schemas.openxmlformats.org/officeDocument/2006/relationships/image" Target="../media/image33.jpg"/><Relationship Id="rId4" Type="http://schemas.openxmlformats.org/officeDocument/2006/relationships/image" Target="../media/image32.jpg"/></Relationships>
</file>

<file path=ppt/slides/_rels/slide26.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36.jpg"/><Relationship Id="rId2" Type="http://schemas.openxmlformats.org/officeDocument/2006/relationships/notesSlide" Target="../notesSlides/notesSlide27.xml"/><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3" Type="http://schemas.openxmlformats.org/officeDocument/2006/relationships/image" Target="../media/image37.jpg"/><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3" Type="http://schemas.openxmlformats.org/officeDocument/2006/relationships/image" Target="../media/image38.jpg"/><Relationship Id="rId2" Type="http://schemas.openxmlformats.org/officeDocument/2006/relationships/notesSlide" Target="../notesSlides/notesSlide29.xml"/><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3" Type="http://schemas.openxmlformats.org/officeDocument/2006/relationships/image" Target="../media/image39.jpg"/><Relationship Id="rId2" Type="http://schemas.openxmlformats.org/officeDocument/2006/relationships/notesSlide" Target="../notesSlides/notesSlide30.xml"/><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32.xml"/><Relationship Id="rId1" Type="http://schemas.openxmlformats.org/officeDocument/2006/relationships/slideLayout" Target="../slideLayouts/slideLayout4.xml"/><Relationship Id="rId5" Type="http://schemas.openxmlformats.org/officeDocument/2006/relationships/comments" Target="../comments/comment2.xml"/><Relationship Id="rId4" Type="http://schemas.openxmlformats.org/officeDocument/2006/relationships/image" Target="../media/image42.png"/></Relationships>
</file>

<file path=ppt/slides/_rels/slide33.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33.xml"/><Relationship Id="rId1" Type="http://schemas.openxmlformats.org/officeDocument/2006/relationships/slideLayout" Target="../slideLayouts/slideLayout4.xml"/><Relationship Id="rId5" Type="http://schemas.openxmlformats.org/officeDocument/2006/relationships/image" Target="../media/image42.png"/><Relationship Id="rId4" Type="http://schemas.openxmlformats.org/officeDocument/2006/relationships/image" Target="../media/image44.png"/></Relationships>
</file>

<file path=ppt/slides/_rels/slide34.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34.xml"/><Relationship Id="rId1" Type="http://schemas.openxmlformats.org/officeDocument/2006/relationships/slideLayout" Target="../slideLayouts/slideLayout4.xml"/><Relationship Id="rId5" Type="http://schemas.openxmlformats.org/officeDocument/2006/relationships/image" Target="../media/image42.png"/><Relationship Id="rId4" Type="http://schemas.openxmlformats.org/officeDocument/2006/relationships/image" Target="../media/image44.png"/></Relationships>
</file>

<file path=ppt/slides/_rels/slide35.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35.xml"/><Relationship Id="rId1" Type="http://schemas.openxmlformats.org/officeDocument/2006/relationships/slideLayout" Target="../slideLayouts/slideLayout4.xml"/><Relationship Id="rId5" Type="http://schemas.openxmlformats.org/officeDocument/2006/relationships/image" Target="../media/image47.png"/><Relationship Id="rId4" Type="http://schemas.openxmlformats.org/officeDocument/2006/relationships/image" Target="../media/image46.png"/></Relationships>
</file>

<file path=ppt/slides/_rels/slide36.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36.xml"/><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3" Type="http://schemas.openxmlformats.org/officeDocument/2006/relationships/image" Target="../media/image49.jpg"/><Relationship Id="rId2" Type="http://schemas.openxmlformats.org/officeDocument/2006/relationships/notesSlide" Target="../notesSlides/notesSlide37.xml"/><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3" Type="http://schemas.openxmlformats.org/officeDocument/2006/relationships/image" Target="../media/image50.jpg"/><Relationship Id="rId2" Type="http://schemas.openxmlformats.org/officeDocument/2006/relationships/notesSlide" Target="../notesSlides/notesSlide38.xml"/><Relationship Id="rId1" Type="http://schemas.openxmlformats.org/officeDocument/2006/relationships/slideLayout" Target="../slideLayouts/slideLayout4.xml"/><Relationship Id="rId5" Type="http://schemas.openxmlformats.org/officeDocument/2006/relationships/image" Target="../media/image52.jpg"/><Relationship Id="rId4" Type="http://schemas.openxmlformats.org/officeDocument/2006/relationships/image" Target="../media/image51.jpg"/></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sp>
        <p:nvSpPr>
          <p:cNvPr id="89" name="Google Shape;89;p1"/>
          <p:cNvSpPr txBox="1">
            <a:spLocks noGrp="1"/>
          </p:cNvSpPr>
          <p:nvPr>
            <p:ph type="ctrTitle" idx="4294967295"/>
          </p:nvPr>
        </p:nvSpPr>
        <p:spPr>
          <a:xfrm>
            <a:off x="389910" y="1127769"/>
            <a:ext cx="11718000" cy="4015200"/>
          </a:xfrm>
          <a:prstGeom prst="rect">
            <a:avLst/>
          </a:prstGeom>
          <a:noFill/>
          <a:ln>
            <a:noFill/>
          </a:ln>
        </p:spPr>
        <p:txBody>
          <a:bodyPr spcFirstLastPara="1" wrap="square" lIns="27075" tIns="27075" rIns="27075" bIns="27075" anchor="b" anchorCtr="0">
            <a:normAutofit/>
          </a:bodyPr>
          <a:lstStyle/>
          <a:p>
            <a:pPr marL="0" marR="0" lvl="0" indent="0" algn="ctr" rtl="0">
              <a:lnSpc>
                <a:spcPct val="80000"/>
              </a:lnSpc>
              <a:spcBef>
                <a:spcPts val="0"/>
              </a:spcBef>
              <a:spcAft>
                <a:spcPts val="0"/>
              </a:spcAft>
              <a:buClr>
                <a:srgbClr val="FFFFFF"/>
              </a:buClr>
              <a:buSzPts val="7626"/>
              <a:buFont typeface="Helvetica Neue"/>
              <a:buNone/>
            </a:pPr>
            <a:r>
              <a:rPr lang="en-US" sz="7626" b="1" i="0" u="none" strike="noStrike" cap="none">
                <a:solidFill>
                  <a:srgbClr val="FFFFFF"/>
                </a:solidFill>
                <a:latin typeface="Helvetica Neue"/>
                <a:ea typeface="Helvetica Neue"/>
                <a:cs typeface="Helvetica Neue"/>
                <a:sym typeface="Helvetica Neue"/>
              </a:rPr>
              <a:t>Species </a:t>
            </a:r>
            <a:r>
              <a:rPr lang="en-US" sz="7626" b="1"/>
              <a:t>D</a:t>
            </a:r>
            <a:r>
              <a:rPr lang="en-US" sz="7626" b="1" i="0" u="none" strike="noStrike" cap="none">
                <a:solidFill>
                  <a:srgbClr val="FFFFFF"/>
                </a:solidFill>
                <a:latin typeface="Helvetica Neue"/>
                <a:ea typeface="Helvetica Neue"/>
                <a:cs typeface="Helvetica Neue"/>
                <a:sym typeface="Helvetica Neue"/>
              </a:rPr>
              <a:t>istribution </a:t>
            </a:r>
            <a:r>
              <a:rPr lang="en-US" sz="7626" b="1"/>
              <a:t>M</a:t>
            </a:r>
            <a:r>
              <a:rPr lang="en-US" sz="7626" b="1" i="0" u="none" strike="noStrike" cap="none">
                <a:solidFill>
                  <a:srgbClr val="FFFFFF"/>
                </a:solidFill>
                <a:latin typeface="Helvetica Neue"/>
                <a:ea typeface="Helvetica Neue"/>
                <a:cs typeface="Helvetica Neue"/>
                <a:sym typeface="Helvetica Neue"/>
              </a:rPr>
              <a:t>odels: </a:t>
            </a:r>
            <a:r>
              <a:rPr lang="en-US" sz="7626" b="1"/>
              <a:t>D</a:t>
            </a:r>
            <a:r>
              <a:rPr lang="en-US" sz="7626" b="1" i="0" u="none" strike="noStrike" cap="none">
                <a:solidFill>
                  <a:srgbClr val="FFFFFF"/>
                </a:solidFill>
                <a:latin typeface="Helvetica Neue"/>
                <a:ea typeface="Helvetica Neue"/>
                <a:cs typeface="Helvetica Neue"/>
                <a:sym typeface="Helvetica Neue"/>
              </a:rPr>
              <a:t>ata </a:t>
            </a:r>
            <a:r>
              <a:rPr lang="en-US" sz="7626" b="1"/>
              <a:t>and</a:t>
            </a:r>
            <a:r>
              <a:rPr lang="en-US" sz="7626" b="1" i="0" u="none" strike="noStrike" cap="none">
                <a:solidFill>
                  <a:srgbClr val="FFFFFF"/>
                </a:solidFill>
                <a:latin typeface="Helvetica Neue"/>
                <a:ea typeface="Helvetica Neue"/>
                <a:cs typeface="Helvetica Neue"/>
                <a:sym typeface="Helvetica Neue"/>
              </a:rPr>
              <a:t> </a:t>
            </a:r>
            <a:r>
              <a:rPr lang="en-US" sz="7626" b="1"/>
              <a:t>A</a:t>
            </a:r>
            <a:r>
              <a:rPr lang="en-US" sz="7626" b="1" i="0" u="none" strike="noStrike" cap="none">
                <a:solidFill>
                  <a:srgbClr val="FFFFFF"/>
                </a:solidFill>
                <a:latin typeface="Helvetica Neue"/>
                <a:ea typeface="Helvetica Neue"/>
                <a:cs typeface="Helvetica Neue"/>
                <a:sym typeface="Helvetica Neue"/>
              </a:rPr>
              <a:t>lgorithms</a:t>
            </a:r>
            <a:endParaRPr sz="7626" b="1" i="1" u="none" strike="noStrike" cap="none">
              <a:solidFill>
                <a:srgbClr val="FFFFFF"/>
              </a:solidFill>
              <a:latin typeface="Helvetica Neue"/>
              <a:ea typeface="Helvetica Neue"/>
              <a:cs typeface="Helvetica Neue"/>
              <a:sym typeface="Helvetica Neue"/>
            </a:endParaRPr>
          </a:p>
        </p:txBody>
      </p:sp>
      <p:pic>
        <p:nvPicPr>
          <p:cNvPr id="90" name="Google Shape;90;p1" descr="r2 v1.png"/>
          <p:cNvPicPr preferRelativeResize="0"/>
          <p:nvPr/>
        </p:nvPicPr>
        <p:blipFill rotWithShape="1">
          <a:blip r:embed="rId3">
            <a:alphaModFix/>
          </a:blip>
          <a:srcRect/>
          <a:stretch/>
        </p:blipFill>
        <p:spPr>
          <a:xfrm>
            <a:off x="9444924" y="6180152"/>
            <a:ext cx="3438550" cy="3438550"/>
          </a:xfrm>
          <a:prstGeom prst="rect">
            <a:avLst/>
          </a:prstGeom>
          <a:noFill/>
          <a:ln>
            <a:noFill/>
          </a:ln>
        </p:spPr>
      </p:pic>
      <p:sp>
        <p:nvSpPr>
          <p:cNvPr id="91" name="Google Shape;91;p1"/>
          <p:cNvSpPr txBox="1"/>
          <p:nvPr/>
        </p:nvSpPr>
        <p:spPr>
          <a:xfrm>
            <a:off x="1722060" y="5850175"/>
            <a:ext cx="9053700" cy="11082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3200"/>
              <a:buFont typeface="Arial"/>
              <a:buNone/>
            </a:pPr>
            <a:r>
              <a:rPr lang="en-US" sz="3200" b="0" i="0" u="none" strike="noStrike" cap="none">
                <a:solidFill>
                  <a:schemeClr val="lt1"/>
                </a:solidFill>
                <a:latin typeface="Helvetica Neue"/>
                <a:ea typeface="Helvetica Neue"/>
                <a:cs typeface="Helvetica Neue"/>
                <a:sym typeface="Helvetica Neue"/>
              </a:rPr>
              <a:t>The Wallace team</a:t>
            </a:r>
            <a:endParaRPr sz="3200" b="0" i="0" u="none" strike="noStrike" cap="none">
              <a:solidFill>
                <a:schemeClr val="lt1"/>
              </a:solidFill>
              <a:latin typeface="Helvetica Neue"/>
              <a:ea typeface="Helvetica Neue"/>
              <a:cs typeface="Helvetica Neue"/>
              <a:sym typeface="Helvetica Neue"/>
            </a:endParaRPr>
          </a:p>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a:solidFill>
                  <a:schemeClr val="lt1"/>
                </a:solidFill>
                <a:latin typeface="Helvetica Neue"/>
                <a:ea typeface="Helvetica Neue"/>
                <a:cs typeface="Helvetica Neue"/>
                <a:sym typeface="Helvetica Neue"/>
              </a:rPr>
              <a:t>Slide deck lead by Andrea Paz and Jamie Kass</a:t>
            </a:r>
            <a:endParaRPr sz="2800" b="0" i="0" u="none" strike="noStrike" cap="none">
              <a:solidFill>
                <a:schemeClr val="lt1"/>
              </a:solidFill>
              <a:latin typeface="Helvetica Neue"/>
              <a:ea typeface="Helvetica Neue"/>
              <a:cs typeface="Helvetica Neue"/>
              <a:sym typeface="Helvetica Neue"/>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5"/>
        <p:cNvGrpSpPr/>
        <p:nvPr/>
      </p:nvGrpSpPr>
      <p:grpSpPr>
        <a:xfrm>
          <a:off x="0" y="0"/>
          <a:ext cx="0" cy="0"/>
          <a:chOff x="0" y="0"/>
          <a:chExt cx="0" cy="0"/>
        </a:xfrm>
      </p:grpSpPr>
      <p:sp>
        <p:nvSpPr>
          <p:cNvPr id="96" name="Google Shape;96;g2a967ea5d19_0_0"/>
          <p:cNvSpPr txBox="1">
            <a:spLocks noGrp="1"/>
          </p:cNvSpPr>
          <p:nvPr>
            <p:ph type="title"/>
          </p:nvPr>
        </p:nvSpPr>
        <p:spPr>
          <a:xfrm>
            <a:off x="643406" y="4017988"/>
            <a:ext cx="11718000" cy="1126800"/>
          </a:xfrm>
          <a:prstGeom prst="rect">
            <a:avLst/>
          </a:prstGeom>
          <a:noFill/>
          <a:ln>
            <a:noFill/>
          </a:ln>
        </p:spPr>
        <p:txBody>
          <a:bodyPr spcFirstLastPara="1" wrap="square" lIns="27075" tIns="27075" rIns="27075" bIns="27075" anchor="t" anchorCtr="0">
            <a:normAutofit/>
          </a:bodyPr>
          <a:lstStyle/>
          <a:p>
            <a:pPr marL="0" lvl="0" indent="0" algn="ctr" rtl="0">
              <a:lnSpc>
                <a:spcPct val="80000"/>
              </a:lnSpc>
              <a:spcBef>
                <a:spcPts val="0"/>
              </a:spcBef>
              <a:spcAft>
                <a:spcPts val="0"/>
              </a:spcAft>
              <a:buClr>
                <a:srgbClr val="FFFFFF"/>
              </a:buClr>
              <a:buSzPts val="4800"/>
              <a:buFont typeface="Helvetica Neue"/>
              <a:buNone/>
            </a:pPr>
            <a:r>
              <a:rPr lang="en-US"/>
              <a:t>Part 1: Data</a:t>
            </a:r>
            <a:endParaRPr i="1"/>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101" name="Google Shape;101;p2"/>
          <p:cNvSpPr txBox="1">
            <a:spLocks noGrp="1"/>
          </p:cNvSpPr>
          <p:nvPr>
            <p:ph type="title"/>
          </p:nvPr>
        </p:nvSpPr>
        <p:spPr>
          <a:xfrm>
            <a:off x="491806" y="551838"/>
            <a:ext cx="11717869" cy="1126817"/>
          </a:xfrm>
          <a:prstGeom prst="rect">
            <a:avLst/>
          </a:prstGeom>
          <a:noFill/>
          <a:ln>
            <a:noFill/>
          </a:ln>
        </p:spPr>
        <p:txBody>
          <a:bodyPr spcFirstLastPara="1" wrap="square" lIns="27075" tIns="27075" rIns="27075" bIns="27075" anchor="t" anchorCtr="0">
            <a:normAutofit/>
          </a:bodyPr>
          <a:lstStyle/>
          <a:p>
            <a:pPr marL="0" lvl="0" indent="0" algn="l" rtl="0">
              <a:lnSpc>
                <a:spcPct val="80000"/>
              </a:lnSpc>
              <a:spcBef>
                <a:spcPts val="0"/>
              </a:spcBef>
              <a:spcAft>
                <a:spcPts val="0"/>
              </a:spcAft>
              <a:buClr>
                <a:srgbClr val="FFFFFF"/>
              </a:buClr>
              <a:buSzPts val="4800"/>
              <a:buFont typeface="Helvetica Neue"/>
              <a:buNone/>
            </a:pPr>
            <a:r>
              <a:rPr lang="en-US"/>
              <a:t>Biodiversity data</a:t>
            </a:r>
            <a:endParaRPr i="1"/>
          </a:p>
        </p:txBody>
      </p:sp>
      <p:sp>
        <p:nvSpPr>
          <p:cNvPr id="102" name="Google Shape;102;p2"/>
          <p:cNvSpPr txBox="1">
            <a:spLocks noGrp="1"/>
          </p:cNvSpPr>
          <p:nvPr>
            <p:ph type="body" idx="1"/>
          </p:nvPr>
        </p:nvSpPr>
        <p:spPr>
          <a:xfrm>
            <a:off x="491806" y="1414546"/>
            <a:ext cx="11718000" cy="498600"/>
          </a:xfrm>
          <a:prstGeom prst="rect">
            <a:avLst/>
          </a:prstGeom>
          <a:noFill/>
          <a:ln>
            <a:noFill/>
          </a:ln>
        </p:spPr>
        <p:txBody>
          <a:bodyPr spcFirstLastPara="1" wrap="square" lIns="24375" tIns="24375" rIns="24375" bIns="24375" anchor="t" anchorCtr="0">
            <a:normAutofit lnSpcReduction="10000"/>
          </a:bodyPr>
          <a:lstStyle/>
          <a:p>
            <a:pPr marL="0" lvl="0" indent="0" algn="l" rtl="0">
              <a:lnSpc>
                <a:spcPct val="100000"/>
              </a:lnSpc>
              <a:spcBef>
                <a:spcPts val="0"/>
              </a:spcBef>
              <a:spcAft>
                <a:spcPts val="0"/>
              </a:spcAft>
              <a:buClr>
                <a:srgbClr val="FFFFFF"/>
              </a:buClr>
              <a:buSzPts val="3000"/>
              <a:buFont typeface="Helvetica Neue"/>
              <a:buNone/>
            </a:pPr>
            <a:r>
              <a:rPr lang="en-US" sz="3000" b="0" i="0" u="none" strike="noStrike" cap="none">
                <a:solidFill>
                  <a:srgbClr val="FFFFFF"/>
                </a:solidFill>
                <a:latin typeface="Helvetica Neue"/>
                <a:ea typeface="Helvetica Neue"/>
                <a:cs typeface="Helvetica Neue"/>
                <a:sym typeface="Helvetica Neue"/>
              </a:rPr>
              <a:t>Species Presences</a:t>
            </a:r>
            <a:endParaRPr sz="3000" b="0" i="1" u="none" strike="noStrike" cap="none">
              <a:solidFill>
                <a:srgbClr val="FFFFFF"/>
              </a:solidFill>
              <a:latin typeface="Helvetica Neue"/>
              <a:ea typeface="Helvetica Neue"/>
              <a:cs typeface="Helvetica Neue"/>
              <a:sym typeface="Helvetica Neue"/>
            </a:endParaRPr>
          </a:p>
        </p:txBody>
      </p:sp>
      <p:grpSp>
        <p:nvGrpSpPr>
          <p:cNvPr id="103" name="Google Shape;103;p2"/>
          <p:cNvGrpSpPr/>
          <p:nvPr/>
        </p:nvGrpSpPr>
        <p:grpSpPr>
          <a:xfrm>
            <a:off x="3148108" y="3438951"/>
            <a:ext cx="3257735" cy="4528199"/>
            <a:chOff x="0" y="0"/>
            <a:chExt cx="3257734" cy="4528198"/>
          </a:xfrm>
        </p:grpSpPr>
        <p:sp>
          <p:nvSpPr>
            <p:cNvPr id="104" name="Google Shape;104;p2"/>
            <p:cNvSpPr txBox="1"/>
            <p:nvPr/>
          </p:nvSpPr>
          <p:spPr>
            <a:xfrm>
              <a:off x="50800" y="38100"/>
              <a:ext cx="3156134" cy="4375798"/>
            </a:xfrm>
            <a:prstGeom prst="rect">
              <a:avLst/>
            </a:prstGeom>
            <a:noFill/>
            <a:ln>
              <a:noFill/>
            </a:ln>
          </p:spPr>
          <p:txBody>
            <a:bodyPr spcFirstLastPara="1" wrap="square" lIns="50800" tIns="50800" rIns="50800" bIns="50800" anchor="t" anchorCtr="0">
              <a:noAutofit/>
            </a:bodyPr>
            <a:lstStyle/>
            <a:p>
              <a:pPr marL="0" marR="0" lvl="0" indent="0" algn="ctr" rtl="0">
                <a:lnSpc>
                  <a:spcPct val="100000"/>
                </a:lnSpc>
                <a:spcBef>
                  <a:spcPts val="0"/>
                </a:spcBef>
                <a:spcAft>
                  <a:spcPts val="0"/>
                </a:spcAft>
                <a:buClr>
                  <a:srgbClr val="747474"/>
                </a:buClr>
                <a:buSzPts val="2000"/>
                <a:buFont typeface="Helvetica Neue"/>
                <a:buNone/>
              </a:pPr>
              <a:r>
                <a:rPr lang="en-US" sz="2000" b="0" i="0" u="none" strike="noStrike" cap="none">
                  <a:solidFill>
                    <a:srgbClr val="747474"/>
                  </a:solidFill>
                  <a:latin typeface="Helvetica Neue"/>
                  <a:ea typeface="Helvetica Neue"/>
                  <a:cs typeface="Helvetica Neue"/>
                  <a:sym typeface="Helvetica Neue"/>
                </a:rPr>
                <a:t>Taxon-specific databases</a:t>
              </a:r>
              <a:endParaRPr sz="1400" b="0" i="0" u="none" strike="noStrike" cap="none">
                <a:solidFill>
                  <a:srgbClr val="000000"/>
                </a:solidFill>
                <a:latin typeface="Arial"/>
                <a:ea typeface="Arial"/>
                <a:cs typeface="Arial"/>
                <a:sym typeface="Arial"/>
              </a:endParaRPr>
            </a:p>
          </p:txBody>
        </p:sp>
        <p:pic>
          <p:nvPicPr>
            <p:cNvPr id="105" name="Google Shape;105;p2" descr="Taxon-specific databases Taxon-specific databases"/>
            <p:cNvPicPr preferRelativeResize="0"/>
            <p:nvPr/>
          </p:nvPicPr>
          <p:blipFill rotWithShape="1">
            <a:blip r:embed="rId3">
              <a:alphaModFix/>
            </a:blip>
            <a:srcRect/>
            <a:stretch/>
          </p:blipFill>
          <p:spPr>
            <a:xfrm>
              <a:off x="0" y="0"/>
              <a:ext cx="3257734" cy="4528198"/>
            </a:xfrm>
            <a:prstGeom prst="rect">
              <a:avLst/>
            </a:prstGeom>
            <a:noFill/>
            <a:ln>
              <a:noFill/>
            </a:ln>
          </p:spPr>
        </p:pic>
      </p:grpSp>
      <p:grpSp>
        <p:nvGrpSpPr>
          <p:cNvPr id="106" name="Google Shape;106;p2"/>
          <p:cNvGrpSpPr/>
          <p:nvPr/>
        </p:nvGrpSpPr>
        <p:grpSpPr>
          <a:xfrm>
            <a:off x="281683" y="3438951"/>
            <a:ext cx="2466311" cy="4528199"/>
            <a:chOff x="0" y="0"/>
            <a:chExt cx="2466309" cy="4528198"/>
          </a:xfrm>
        </p:grpSpPr>
        <p:sp>
          <p:nvSpPr>
            <p:cNvPr id="107" name="Google Shape;107;p2"/>
            <p:cNvSpPr txBox="1"/>
            <p:nvPr/>
          </p:nvSpPr>
          <p:spPr>
            <a:xfrm>
              <a:off x="50800" y="38100"/>
              <a:ext cx="2364709" cy="4375798"/>
            </a:xfrm>
            <a:prstGeom prst="rect">
              <a:avLst/>
            </a:prstGeom>
            <a:noFill/>
            <a:ln>
              <a:noFill/>
            </a:ln>
          </p:spPr>
          <p:txBody>
            <a:bodyPr spcFirstLastPara="1" wrap="square" lIns="50800" tIns="50800" rIns="50800" bIns="50800" anchor="t" anchorCtr="0">
              <a:noAutofit/>
            </a:bodyPr>
            <a:lstStyle/>
            <a:p>
              <a:pPr marL="0" marR="0" lvl="0" indent="0" algn="l" rtl="0">
                <a:lnSpc>
                  <a:spcPct val="100000"/>
                </a:lnSpc>
                <a:spcBef>
                  <a:spcPts val="0"/>
                </a:spcBef>
                <a:spcAft>
                  <a:spcPts val="0"/>
                </a:spcAft>
                <a:buClr>
                  <a:srgbClr val="747474"/>
                </a:buClr>
                <a:buSzPts val="2000"/>
                <a:buFont typeface="Helvetica Neue"/>
                <a:buNone/>
              </a:pPr>
              <a:r>
                <a:rPr lang="en-US" sz="2000" b="0" i="0" u="none" strike="noStrike" cap="none">
                  <a:solidFill>
                    <a:srgbClr val="747474"/>
                  </a:solidFill>
                  <a:latin typeface="Helvetica Neue"/>
                  <a:ea typeface="Helvetica Neue"/>
                  <a:cs typeface="Helvetica Neue"/>
                  <a:sym typeface="Helvetica Neue"/>
                </a:rPr>
                <a:t>General databases</a:t>
              </a:r>
              <a:endParaRPr sz="1400" b="0" i="0" u="none" strike="noStrike" cap="none">
                <a:solidFill>
                  <a:srgbClr val="000000"/>
                </a:solidFill>
                <a:latin typeface="Arial"/>
                <a:ea typeface="Arial"/>
                <a:cs typeface="Arial"/>
                <a:sym typeface="Arial"/>
              </a:endParaRPr>
            </a:p>
          </p:txBody>
        </p:sp>
        <p:pic>
          <p:nvPicPr>
            <p:cNvPr id="108" name="Google Shape;108;p2" descr="General databases General databases"/>
            <p:cNvPicPr preferRelativeResize="0"/>
            <p:nvPr/>
          </p:nvPicPr>
          <p:blipFill rotWithShape="1">
            <a:blip r:embed="rId4">
              <a:alphaModFix/>
            </a:blip>
            <a:srcRect/>
            <a:stretch/>
          </p:blipFill>
          <p:spPr>
            <a:xfrm>
              <a:off x="0" y="0"/>
              <a:ext cx="2466309" cy="4528198"/>
            </a:xfrm>
            <a:prstGeom prst="rect">
              <a:avLst/>
            </a:prstGeom>
            <a:noFill/>
            <a:ln>
              <a:noFill/>
            </a:ln>
          </p:spPr>
        </p:pic>
      </p:grpSp>
      <p:pic>
        <p:nvPicPr>
          <p:cNvPr id="109" name="Google Shape;109;p2" descr="Screen shot 2011-10-08 at 12.32.56 PM.png"/>
          <p:cNvPicPr preferRelativeResize="0"/>
          <p:nvPr/>
        </p:nvPicPr>
        <p:blipFill rotWithShape="1">
          <a:blip r:embed="rId5">
            <a:alphaModFix/>
          </a:blip>
          <a:srcRect/>
          <a:stretch/>
        </p:blipFill>
        <p:spPr>
          <a:xfrm>
            <a:off x="374274" y="5079072"/>
            <a:ext cx="2263110" cy="1577049"/>
          </a:xfrm>
          <a:prstGeom prst="rect">
            <a:avLst/>
          </a:prstGeom>
          <a:noFill/>
          <a:ln>
            <a:noFill/>
          </a:ln>
        </p:spPr>
      </p:pic>
      <p:pic>
        <p:nvPicPr>
          <p:cNvPr id="110" name="Google Shape;110;p2" descr="Screen shot 2011-10-08 at 12.39.19 PM.png"/>
          <p:cNvPicPr preferRelativeResize="0"/>
          <p:nvPr/>
        </p:nvPicPr>
        <p:blipFill rotWithShape="1">
          <a:blip r:embed="rId6">
            <a:alphaModFix/>
          </a:blip>
          <a:srcRect/>
          <a:stretch/>
        </p:blipFill>
        <p:spPr>
          <a:xfrm>
            <a:off x="3769440" y="5411169"/>
            <a:ext cx="1756488" cy="912855"/>
          </a:xfrm>
          <a:prstGeom prst="rect">
            <a:avLst/>
          </a:prstGeom>
          <a:noFill/>
          <a:ln>
            <a:noFill/>
          </a:ln>
        </p:spPr>
      </p:pic>
      <p:sp>
        <p:nvSpPr>
          <p:cNvPr id="111" name="Google Shape;111;p2"/>
          <p:cNvSpPr txBox="1"/>
          <p:nvPr/>
        </p:nvSpPr>
        <p:spPr>
          <a:xfrm>
            <a:off x="3295122" y="6217500"/>
            <a:ext cx="2762975" cy="393701"/>
          </a:xfrm>
          <a:prstGeom prst="rect">
            <a:avLst/>
          </a:prstGeom>
          <a:noFill/>
          <a:ln>
            <a:noFill/>
          </a:ln>
        </p:spPr>
        <p:txBody>
          <a:bodyPr spcFirstLastPara="1" wrap="square" lIns="50800" tIns="50800" rIns="50800" bIns="50800" anchor="b" anchorCtr="0">
            <a:spAutoFit/>
          </a:bodyPr>
          <a:lstStyle/>
          <a:p>
            <a:pPr marL="0" marR="0" lvl="0" indent="0" algn="ctr" rtl="0">
              <a:lnSpc>
                <a:spcPct val="100000"/>
              </a:lnSpc>
              <a:spcBef>
                <a:spcPts val="0"/>
              </a:spcBef>
              <a:spcAft>
                <a:spcPts val="0"/>
              </a:spcAft>
              <a:buClr>
                <a:srgbClr val="7A7A7A"/>
              </a:buClr>
              <a:buSzPts val="1600"/>
              <a:buFont typeface="Helvetica Neue Light"/>
              <a:buNone/>
            </a:pPr>
            <a:r>
              <a:rPr lang="en-US" sz="1600" b="0" i="0" u="sng" strike="noStrike" cap="none">
                <a:solidFill>
                  <a:schemeClr val="hlink"/>
                </a:solidFill>
                <a:latin typeface="Helvetica Neue Light"/>
                <a:ea typeface="Helvetica Neue Light"/>
                <a:cs typeface="Helvetica Neue Light"/>
                <a:sym typeface="Helvetica Neue Light"/>
                <a:hlinkClick r:id="rId7"/>
              </a:rPr>
              <a:t>http://www.herpnet.org</a:t>
            </a:r>
            <a:r>
              <a:rPr lang="en-US" sz="1600" b="0" i="0" u="none" strike="noStrike" cap="none">
                <a:solidFill>
                  <a:srgbClr val="7A7A7A"/>
                </a:solidFill>
                <a:latin typeface="Helvetica Neue Light"/>
                <a:ea typeface="Helvetica Neue Light"/>
                <a:cs typeface="Helvetica Neue Light"/>
                <a:sym typeface="Helvetica Neue Light"/>
              </a:rPr>
              <a:t>/</a:t>
            </a:r>
            <a:endParaRPr sz="1400" b="0" i="0" u="none" strike="noStrike" cap="none">
              <a:solidFill>
                <a:srgbClr val="000000"/>
              </a:solidFill>
              <a:latin typeface="Arial"/>
              <a:ea typeface="Arial"/>
              <a:cs typeface="Arial"/>
              <a:sym typeface="Arial"/>
            </a:endParaRPr>
          </a:p>
        </p:txBody>
      </p:sp>
      <p:grpSp>
        <p:nvGrpSpPr>
          <p:cNvPr id="112" name="Google Shape;112;p2"/>
          <p:cNvGrpSpPr/>
          <p:nvPr/>
        </p:nvGrpSpPr>
        <p:grpSpPr>
          <a:xfrm>
            <a:off x="6822085" y="4000112"/>
            <a:ext cx="2745538" cy="3987801"/>
            <a:chOff x="0" y="0"/>
            <a:chExt cx="2745537" cy="3987800"/>
          </a:xfrm>
        </p:grpSpPr>
        <p:sp>
          <p:nvSpPr>
            <p:cNvPr id="113" name="Google Shape;113;p2"/>
            <p:cNvSpPr txBox="1"/>
            <p:nvPr/>
          </p:nvSpPr>
          <p:spPr>
            <a:xfrm>
              <a:off x="50800" y="38100"/>
              <a:ext cx="2643937" cy="3835400"/>
            </a:xfrm>
            <a:prstGeom prst="rect">
              <a:avLst/>
            </a:prstGeom>
            <a:noFill/>
            <a:ln>
              <a:noFill/>
            </a:ln>
          </p:spPr>
          <p:txBody>
            <a:bodyPr spcFirstLastPara="1" wrap="square" lIns="50800" tIns="50800" rIns="50800" bIns="50800" anchor="t" anchorCtr="0">
              <a:noAutofit/>
            </a:bodyPr>
            <a:lstStyle/>
            <a:p>
              <a:pPr marL="0" marR="0" lvl="0" indent="0" algn="l" rtl="0">
                <a:lnSpc>
                  <a:spcPct val="100000"/>
                </a:lnSpc>
                <a:spcBef>
                  <a:spcPts val="0"/>
                </a:spcBef>
                <a:spcAft>
                  <a:spcPts val="0"/>
                </a:spcAft>
                <a:buClr>
                  <a:srgbClr val="747474"/>
                </a:buClr>
                <a:buSzPts val="2000"/>
                <a:buFont typeface="Helvetica Neue"/>
                <a:buNone/>
              </a:pPr>
              <a:r>
                <a:rPr lang="en-US" sz="2000" b="0" i="0" u="none" strike="noStrike" cap="none">
                  <a:solidFill>
                    <a:srgbClr val="747474"/>
                  </a:solidFill>
                  <a:latin typeface="Helvetica Neue"/>
                  <a:ea typeface="Helvetica Neue"/>
                  <a:cs typeface="Helvetica Neue"/>
                  <a:sym typeface="Helvetica Neue"/>
                </a:rPr>
                <a:t>Country and region specific databases </a:t>
              </a:r>
              <a:r>
                <a:rPr lang="en-US" sz="1300" b="0" i="0" u="none" strike="noStrike" cap="none">
                  <a:solidFill>
                    <a:srgbClr val="747474"/>
                  </a:solidFill>
                  <a:latin typeface="Helvetica Neue"/>
                  <a:ea typeface="Helvetica Neue"/>
                  <a:cs typeface="Helvetica Neue"/>
                  <a:sym typeface="Helvetica Neue"/>
                </a:rPr>
                <a:t>(only recommended as complementary data or for endemics)</a:t>
              </a:r>
              <a:endParaRPr sz="1400" b="0" i="0" u="none" strike="noStrike" cap="none">
                <a:solidFill>
                  <a:srgbClr val="000000"/>
                </a:solidFill>
                <a:latin typeface="Arial"/>
                <a:ea typeface="Arial"/>
                <a:cs typeface="Arial"/>
                <a:sym typeface="Arial"/>
              </a:endParaRPr>
            </a:p>
          </p:txBody>
        </p:sp>
        <p:pic>
          <p:nvPicPr>
            <p:cNvPr id="114" name="Google Shape;114;p2" descr="Country and region specific databases (only recommended as complementary data or for endemics) Country and region specific databases (only recommended as complementary data or for endemics)"/>
            <p:cNvPicPr preferRelativeResize="0"/>
            <p:nvPr/>
          </p:nvPicPr>
          <p:blipFill rotWithShape="1">
            <a:blip r:embed="rId8">
              <a:alphaModFix/>
            </a:blip>
            <a:srcRect/>
            <a:stretch/>
          </p:blipFill>
          <p:spPr>
            <a:xfrm>
              <a:off x="0" y="0"/>
              <a:ext cx="2745537" cy="3987800"/>
            </a:xfrm>
            <a:prstGeom prst="rect">
              <a:avLst/>
            </a:prstGeom>
            <a:noFill/>
            <a:ln>
              <a:noFill/>
            </a:ln>
          </p:spPr>
        </p:pic>
      </p:grpSp>
      <p:pic>
        <p:nvPicPr>
          <p:cNvPr id="115" name="Google Shape;115;p2" descr="Screen Shot 2021-07-26 at 1.34.53 PM.png"/>
          <p:cNvPicPr preferRelativeResize="0"/>
          <p:nvPr/>
        </p:nvPicPr>
        <p:blipFill rotWithShape="1">
          <a:blip r:embed="rId9">
            <a:alphaModFix/>
          </a:blip>
          <a:srcRect/>
          <a:stretch/>
        </p:blipFill>
        <p:spPr>
          <a:xfrm>
            <a:off x="3655504" y="6737038"/>
            <a:ext cx="2157093" cy="778734"/>
          </a:xfrm>
          <a:prstGeom prst="rect">
            <a:avLst/>
          </a:prstGeom>
          <a:noFill/>
          <a:ln>
            <a:noFill/>
          </a:ln>
        </p:spPr>
      </p:pic>
      <p:sp>
        <p:nvSpPr>
          <p:cNvPr id="116" name="Google Shape;116;p2"/>
          <p:cNvSpPr txBox="1"/>
          <p:nvPr/>
        </p:nvSpPr>
        <p:spPr>
          <a:xfrm>
            <a:off x="3266197" y="7392259"/>
            <a:ext cx="2762975" cy="393701"/>
          </a:xfrm>
          <a:prstGeom prst="rect">
            <a:avLst/>
          </a:prstGeom>
          <a:noFill/>
          <a:ln>
            <a:noFill/>
          </a:ln>
        </p:spPr>
        <p:txBody>
          <a:bodyPr spcFirstLastPara="1" wrap="square" lIns="50800" tIns="50800" rIns="50800" bIns="50800" anchor="b" anchorCtr="0">
            <a:spAutoFit/>
          </a:bodyPr>
          <a:lstStyle/>
          <a:p>
            <a:pPr marL="0" marR="0" lvl="0" indent="0" algn="ctr" rtl="0">
              <a:lnSpc>
                <a:spcPct val="100000"/>
              </a:lnSpc>
              <a:spcBef>
                <a:spcPts val="0"/>
              </a:spcBef>
              <a:spcAft>
                <a:spcPts val="0"/>
              </a:spcAft>
              <a:buClr>
                <a:srgbClr val="7A7A7A"/>
              </a:buClr>
              <a:buSzPts val="1600"/>
              <a:buFont typeface="Helvetica Neue Light"/>
              <a:buNone/>
            </a:pPr>
            <a:r>
              <a:rPr lang="en-US" sz="1600" b="0" i="0" u="sng" strike="noStrike" cap="none">
                <a:solidFill>
                  <a:schemeClr val="hlink"/>
                </a:solidFill>
                <a:latin typeface="Helvetica Neue Light"/>
                <a:ea typeface="Helvetica Neue Light"/>
                <a:cs typeface="Helvetica Neue Light"/>
                <a:sym typeface="Helvetica Neue Light"/>
                <a:hlinkClick r:id="rId10"/>
              </a:rPr>
              <a:t>vertnet.org</a:t>
            </a:r>
            <a:endParaRPr sz="1400" b="0" i="0" u="none" strike="noStrike" cap="none">
              <a:solidFill>
                <a:srgbClr val="000000"/>
              </a:solidFill>
              <a:latin typeface="Arial"/>
              <a:ea typeface="Arial"/>
              <a:cs typeface="Arial"/>
              <a:sym typeface="Arial"/>
            </a:endParaRPr>
          </a:p>
        </p:txBody>
      </p:sp>
      <p:pic>
        <p:nvPicPr>
          <p:cNvPr id="117" name="Google Shape;117;p2" descr="Screen Shot 2021-07-26 at 1.38.37 PM.png"/>
          <p:cNvPicPr preferRelativeResize="0"/>
          <p:nvPr/>
        </p:nvPicPr>
        <p:blipFill rotWithShape="1">
          <a:blip r:embed="rId11">
            <a:alphaModFix/>
          </a:blip>
          <a:srcRect/>
          <a:stretch/>
        </p:blipFill>
        <p:spPr>
          <a:xfrm>
            <a:off x="3883740" y="4297684"/>
            <a:ext cx="1756488" cy="709983"/>
          </a:xfrm>
          <a:prstGeom prst="rect">
            <a:avLst/>
          </a:prstGeom>
          <a:noFill/>
          <a:ln>
            <a:noFill/>
          </a:ln>
        </p:spPr>
      </p:pic>
      <p:sp>
        <p:nvSpPr>
          <p:cNvPr id="118" name="Google Shape;118;p2"/>
          <p:cNvSpPr txBox="1"/>
          <p:nvPr/>
        </p:nvSpPr>
        <p:spPr>
          <a:xfrm>
            <a:off x="3249515" y="4984292"/>
            <a:ext cx="3075738" cy="393701"/>
          </a:xfrm>
          <a:prstGeom prst="rect">
            <a:avLst/>
          </a:prstGeom>
          <a:noFill/>
          <a:ln>
            <a:noFill/>
          </a:ln>
        </p:spPr>
        <p:txBody>
          <a:bodyPr spcFirstLastPara="1" wrap="square" lIns="50800" tIns="50800" rIns="50800" bIns="50800" anchor="b" anchorCtr="0">
            <a:spAutoFit/>
          </a:bodyPr>
          <a:lstStyle/>
          <a:p>
            <a:pPr marL="0" marR="0" lvl="0" indent="0" algn="ctr" rtl="0">
              <a:lnSpc>
                <a:spcPct val="100000"/>
              </a:lnSpc>
              <a:spcBef>
                <a:spcPts val="0"/>
              </a:spcBef>
              <a:spcAft>
                <a:spcPts val="0"/>
              </a:spcAft>
              <a:buClr>
                <a:srgbClr val="7A7A7A"/>
              </a:buClr>
              <a:buSzPts val="1600"/>
              <a:buFont typeface="Helvetica Neue Light"/>
              <a:buNone/>
            </a:pPr>
            <a:r>
              <a:rPr lang="en-US" sz="1600" b="0" i="0" u="none" strike="noStrike" cap="none">
                <a:solidFill>
                  <a:srgbClr val="7A7A7A"/>
                </a:solidFill>
                <a:latin typeface="Helvetica Neue Light"/>
                <a:ea typeface="Helvetica Neue Light"/>
                <a:cs typeface="Helvetica Neue Light"/>
                <a:sym typeface="Helvetica Neue Light"/>
              </a:rPr>
              <a:t>https://bien.nceas.ucsb.edu/bien/</a:t>
            </a:r>
            <a:endParaRPr sz="1400" b="0" i="0" u="none" strike="noStrike" cap="none">
              <a:solidFill>
                <a:srgbClr val="000000"/>
              </a:solidFill>
              <a:latin typeface="Arial"/>
              <a:ea typeface="Arial"/>
              <a:cs typeface="Arial"/>
              <a:sym typeface="Arial"/>
            </a:endParaRPr>
          </a:p>
        </p:txBody>
      </p:sp>
      <p:pic>
        <p:nvPicPr>
          <p:cNvPr id="119" name="Google Shape;119;p2" descr="Screen Shot 2021-07-26 at 1.46.00 PM.png"/>
          <p:cNvPicPr preferRelativeResize="0"/>
          <p:nvPr/>
        </p:nvPicPr>
        <p:blipFill rotWithShape="1">
          <a:blip r:embed="rId12">
            <a:alphaModFix/>
          </a:blip>
          <a:srcRect/>
          <a:stretch/>
        </p:blipFill>
        <p:spPr>
          <a:xfrm>
            <a:off x="7173100" y="6796557"/>
            <a:ext cx="1803401" cy="736601"/>
          </a:xfrm>
          <a:prstGeom prst="rect">
            <a:avLst/>
          </a:prstGeom>
          <a:noFill/>
          <a:ln>
            <a:noFill/>
          </a:ln>
        </p:spPr>
      </p:pic>
      <p:sp>
        <p:nvSpPr>
          <p:cNvPr id="120" name="Google Shape;120;p2"/>
          <p:cNvSpPr txBox="1"/>
          <p:nvPr/>
        </p:nvSpPr>
        <p:spPr>
          <a:xfrm>
            <a:off x="6706013" y="7434712"/>
            <a:ext cx="2762975" cy="393701"/>
          </a:xfrm>
          <a:prstGeom prst="rect">
            <a:avLst/>
          </a:prstGeom>
          <a:noFill/>
          <a:ln>
            <a:noFill/>
          </a:ln>
        </p:spPr>
        <p:txBody>
          <a:bodyPr spcFirstLastPara="1" wrap="square" lIns="50800" tIns="50800" rIns="50800" bIns="50800" anchor="b" anchorCtr="0">
            <a:spAutoFit/>
          </a:bodyPr>
          <a:lstStyle/>
          <a:p>
            <a:pPr marL="0" marR="0" lvl="0" indent="0" algn="ctr" rtl="0">
              <a:lnSpc>
                <a:spcPct val="100000"/>
              </a:lnSpc>
              <a:spcBef>
                <a:spcPts val="0"/>
              </a:spcBef>
              <a:spcAft>
                <a:spcPts val="0"/>
              </a:spcAft>
              <a:buClr>
                <a:srgbClr val="7A7A7A"/>
              </a:buClr>
              <a:buSzPts val="1600"/>
              <a:buFont typeface="Helvetica Neue Light"/>
              <a:buNone/>
            </a:pPr>
            <a:r>
              <a:rPr lang="en-US" sz="1600" b="0" i="0" u="none" strike="noStrike" cap="none">
                <a:solidFill>
                  <a:srgbClr val="7A7A7A"/>
                </a:solidFill>
                <a:latin typeface="Helvetica Neue Light"/>
                <a:ea typeface="Helvetica Neue Light"/>
                <a:cs typeface="Helvetica Neue Light"/>
                <a:sym typeface="Helvetica Neue Light"/>
              </a:rPr>
              <a:t>https://bison.usgs.gov/</a:t>
            </a:r>
            <a:endParaRPr sz="1400" b="0" i="0" u="none" strike="noStrike" cap="none">
              <a:solidFill>
                <a:srgbClr val="000000"/>
              </a:solidFill>
              <a:latin typeface="Arial"/>
              <a:ea typeface="Arial"/>
              <a:cs typeface="Arial"/>
              <a:sym typeface="Arial"/>
            </a:endParaRPr>
          </a:p>
        </p:txBody>
      </p:sp>
      <p:pic>
        <p:nvPicPr>
          <p:cNvPr id="121" name="Google Shape;121;p2" descr="Screen Shot 2021-07-26 at 1.47.47 PM.png"/>
          <p:cNvPicPr preferRelativeResize="0"/>
          <p:nvPr/>
        </p:nvPicPr>
        <p:blipFill rotWithShape="1">
          <a:blip r:embed="rId13">
            <a:alphaModFix/>
          </a:blip>
          <a:srcRect/>
          <a:stretch/>
        </p:blipFill>
        <p:spPr>
          <a:xfrm>
            <a:off x="7244051" y="5606757"/>
            <a:ext cx="1422401" cy="723901"/>
          </a:xfrm>
          <a:prstGeom prst="rect">
            <a:avLst/>
          </a:prstGeom>
          <a:noFill/>
          <a:ln>
            <a:noFill/>
          </a:ln>
        </p:spPr>
      </p:pic>
      <p:sp>
        <p:nvSpPr>
          <p:cNvPr id="122" name="Google Shape;122;p2"/>
          <p:cNvSpPr txBox="1"/>
          <p:nvPr/>
        </p:nvSpPr>
        <p:spPr>
          <a:xfrm>
            <a:off x="6640857" y="6336329"/>
            <a:ext cx="2762975" cy="393701"/>
          </a:xfrm>
          <a:prstGeom prst="rect">
            <a:avLst/>
          </a:prstGeom>
          <a:noFill/>
          <a:ln>
            <a:noFill/>
          </a:ln>
        </p:spPr>
        <p:txBody>
          <a:bodyPr spcFirstLastPara="1" wrap="square" lIns="50800" tIns="50800" rIns="50800" bIns="50800" anchor="b" anchorCtr="0">
            <a:spAutoFit/>
          </a:bodyPr>
          <a:lstStyle/>
          <a:p>
            <a:pPr marL="0" marR="0" lvl="0" indent="0" algn="ctr" rtl="0">
              <a:lnSpc>
                <a:spcPct val="100000"/>
              </a:lnSpc>
              <a:spcBef>
                <a:spcPts val="0"/>
              </a:spcBef>
              <a:spcAft>
                <a:spcPts val="0"/>
              </a:spcAft>
              <a:buClr>
                <a:srgbClr val="7A7A7A"/>
              </a:buClr>
              <a:buSzPts val="1600"/>
              <a:buFont typeface="Helvetica Neue Light"/>
              <a:buNone/>
            </a:pPr>
            <a:r>
              <a:rPr lang="en-US" sz="1600" b="0" i="0" u="none" strike="noStrike" cap="none">
                <a:solidFill>
                  <a:srgbClr val="7A7A7A"/>
                </a:solidFill>
                <a:latin typeface="Helvetica Neue Light"/>
                <a:ea typeface="Helvetica Neue Light"/>
                <a:cs typeface="Helvetica Neue Light"/>
                <a:sym typeface="Helvetica Neue Light"/>
              </a:rPr>
              <a:t>https://sibcolombia.net</a:t>
            </a:r>
            <a:endParaRPr sz="1400" b="0" i="0" u="none" strike="noStrike" cap="none">
              <a:solidFill>
                <a:srgbClr val="000000"/>
              </a:solidFill>
              <a:latin typeface="Arial"/>
              <a:ea typeface="Arial"/>
              <a:cs typeface="Arial"/>
              <a:sym typeface="Arial"/>
            </a:endParaRPr>
          </a:p>
        </p:txBody>
      </p:sp>
      <p:sp>
        <p:nvSpPr>
          <p:cNvPr id="123" name="Google Shape;123;p2"/>
          <p:cNvSpPr txBox="1"/>
          <p:nvPr/>
        </p:nvSpPr>
        <p:spPr>
          <a:xfrm>
            <a:off x="48142" y="7107354"/>
            <a:ext cx="2762975" cy="393701"/>
          </a:xfrm>
          <a:prstGeom prst="rect">
            <a:avLst/>
          </a:prstGeom>
          <a:noFill/>
          <a:ln>
            <a:noFill/>
          </a:ln>
        </p:spPr>
        <p:txBody>
          <a:bodyPr spcFirstLastPara="1" wrap="square" lIns="50800" tIns="50800" rIns="50800" bIns="50800" anchor="b" anchorCtr="0">
            <a:spAutoFit/>
          </a:bodyPr>
          <a:lstStyle/>
          <a:p>
            <a:pPr marL="0" marR="0" lvl="0" indent="0" algn="ctr" rtl="0">
              <a:lnSpc>
                <a:spcPct val="100000"/>
              </a:lnSpc>
              <a:spcBef>
                <a:spcPts val="0"/>
              </a:spcBef>
              <a:spcAft>
                <a:spcPts val="0"/>
              </a:spcAft>
              <a:buClr>
                <a:srgbClr val="7A7A7A"/>
              </a:buClr>
              <a:buSzPts val="1600"/>
              <a:buFont typeface="Helvetica Neue Light"/>
              <a:buNone/>
            </a:pPr>
            <a:r>
              <a:rPr lang="en-US" sz="1600" b="0" i="0" u="none" strike="noStrike" cap="none">
                <a:solidFill>
                  <a:srgbClr val="7A7A7A"/>
                </a:solidFill>
                <a:latin typeface="Helvetica Neue Light"/>
                <a:ea typeface="Helvetica Neue Light"/>
                <a:cs typeface="Helvetica Neue Light"/>
                <a:sym typeface="Helvetica Neue Light"/>
              </a:rPr>
              <a:t>https://www.gbif.org</a:t>
            </a:r>
            <a:endParaRPr sz="1400" b="0" i="0" u="none" strike="noStrike" cap="none">
              <a:solidFill>
                <a:srgbClr val="000000"/>
              </a:solidFill>
              <a:latin typeface="Arial"/>
              <a:ea typeface="Arial"/>
              <a:cs typeface="Arial"/>
              <a:sym typeface="Arial"/>
            </a:endParaRPr>
          </a:p>
        </p:txBody>
      </p:sp>
      <p:grpSp>
        <p:nvGrpSpPr>
          <p:cNvPr id="124" name="Google Shape;124;p2"/>
          <p:cNvGrpSpPr/>
          <p:nvPr/>
        </p:nvGrpSpPr>
        <p:grpSpPr>
          <a:xfrm>
            <a:off x="9982768" y="4000112"/>
            <a:ext cx="2745538" cy="3986784"/>
            <a:chOff x="0" y="0"/>
            <a:chExt cx="2745537" cy="3986783"/>
          </a:xfrm>
        </p:grpSpPr>
        <p:sp>
          <p:nvSpPr>
            <p:cNvPr id="125" name="Google Shape;125;p2"/>
            <p:cNvSpPr txBox="1"/>
            <p:nvPr/>
          </p:nvSpPr>
          <p:spPr>
            <a:xfrm>
              <a:off x="50800" y="38100"/>
              <a:ext cx="2643937" cy="3835400"/>
            </a:xfrm>
            <a:prstGeom prst="rect">
              <a:avLst/>
            </a:prstGeom>
            <a:noFill/>
            <a:ln>
              <a:noFill/>
            </a:ln>
          </p:spPr>
          <p:txBody>
            <a:bodyPr spcFirstLastPara="1" wrap="square" lIns="50800" tIns="50800" rIns="50800" bIns="50800" anchor="t" anchorCtr="0">
              <a:noAutofit/>
            </a:bodyPr>
            <a:lstStyle/>
            <a:p>
              <a:pPr marL="0" marR="0" lvl="0" indent="0" algn="l" rtl="0">
                <a:lnSpc>
                  <a:spcPct val="100000"/>
                </a:lnSpc>
                <a:spcBef>
                  <a:spcPts val="0"/>
                </a:spcBef>
                <a:spcAft>
                  <a:spcPts val="0"/>
                </a:spcAft>
                <a:buClr>
                  <a:srgbClr val="747474"/>
                </a:buClr>
                <a:buSzPts val="2200"/>
                <a:buFont typeface="Helvetica Neue"/>
                <a:buNone/>
              </a:pPr>
              <a:r>
                <a:rPr lang="en-US" sz="2200" b="0" i="0" u="none" strike="noStrike" cap="none">
                  <a:solidFill>
                    <a:srgbClr val="747474"/>
                  </a:solidFill>
                  <a:latin typeface="Helvetica Neue"/>
                  <a:ea typeface="Helvetica Neue"/>
                  <a:cs typeface="Helvetica Neue"/>
                  <a:sym typeface="Helvetica Neue"/>
                </a:rPr>
                <a:t>Expert information:</a:t>
              </a:r>
              <a:r>
                <a:rPr lang="en-US" sz="2000" b="0" i="0" u="none" strike="noStrike" cap="none">
                  <a:solidFill>
                    <a:srgbClr val="747474"/>
                  </a:solidFill>
                  <a:latin typeface="Helvetica Neue"/>
                  <a:ea typeface="Helvetica Neue"/>
                  <a:cs typeface="Helvetica Neue"/>
                  <a:sym typeface="Helvetica Neue"/>
                </a:rPr>
                <a:t> field notes and/or non-public collection data</a:t>
              </a:r>
              <a:endParaRPr sz="1400" b="0" i="0" u="none" strike="noStrike" cap="none">
                <a:solidFill>
                  <a:srgbClr val="000000"/>
                </a:solidFill>
                <a:latin typeface="Arial"/>
                <a:ea typeface="Arial"/>
                <a:cs typeface="Arial"/>
                <a:sym typeface="Arial"/>
              </a:endParaRPr>
            </a:p>
          </p:txBody>
        </p:sp>
        <p:pic>
          <p:nvPicPr>
            <p:cNvPr id="126" name="Google Shape;126;p2" descr="Expert information: field notes and/or non-public collection data Expert information: field notes and/or non-public collection data"/>
            <p:cNvPicPr preferRelativeResize="0"/>
            <p:nvPr/>
          </p:nvPicPr>
          <p:blipFill rotWithShape="1">
            <a:blip r:embed="rId8">
              <a:alphaModFix/>
            </a:blip>
            <a:srcRect/>
            <a:stretch/>
          </p:blipFill>
          <p:spPr>
            <a:xfrm>
              <a:off x="0" y="0"/>
              <a:ext cx="2745537" cy="3986783"/>
            </a:xfrm>
            <a:prstGeom prst="rect">
              <a:avLst/>
            </a:prstGeom>
            <a:noFill/>
            <a:ln>
              <a:noFill/>
            </a:ln>
          </p:spPr>
        </p:pic>
      </p:grpSp>
      <p:pic>
        <p:nvPicPr>
          <p:cNvPr id="127" name="Google Shape;127;p2"/>
          <p:cNvPicPr preferRelativeResize="0"/>
          <p:nvPr/>
        </p:nvPicPr>
        <p:blipFill rotWithShape="1">
          <a:blip r:embed="rId14"/>
          <a:srcRect l="18828" t="3738" r="377" b="15467"/>
          <a:stretch/>
        </p:blipFill>
        <p:spPr>
          <a:xfrm>
            <a:off x="10453837" y="5930617"/>
            <a:ext cx="1803400" cy="1362456"/>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31"/>
        <p:cNvGrpSpPr/>
        <p:nvPr/>
      </p:nvGrpSpPr>
      <p:grpSpPr>
        <a:xfrm>
          <a:off x="0" y="0"/>
          <a:ext cx="0" cy="0"/>
          <a:chOff x="0" y="0"/>
          <a:chExt cx="0" cy="0"/>
        </a:xfrm>
      </p:grpSpPr>
      <p:sp>
        <p:nvSpPr>
          <p:cNvPr id="132" name="Google Shape;132;p3"/>
          <p:cNvSpPr txBox="1">
            <a:spLocks noGrp="1"/>
          </p:cNvSpPr>
          <p:nvPr>
            <p:ph type="body" idx="2"/>
          </p:nvPr>
        </p:nvSpPr>
        <p:spPr>
          <a:xfrm>
            <a:off x="272395" y="3153775"/>
            <a:ext cx="12296400" cy="5924100"/>
          </a:xfrm>
          <a:prstGeom prst="rect">
            <a:avLst/>
          </a:prstGeom>
          <a:noFill/>
          <a:ln>
            <a:noFill/>
          </a:ln>
        </p:spPr>
        <p:txBody>
          <a:bodyPr spcFirstLastPara="1" wrap="square" lIns="27075" tIns="27075" rIns="27075" bIns="27075" anchor="t" anchorCtr="0">
            <a:normAutofit/>
          </a:bodyPr>
          <a:lstStyle/>
          <a:p>
            <a:pPr marL="379984" lvl="0" indent="-379984" algn="l" rtl="0">
              <a:lnSpc>
                <a:spcPct val="100000"/>
              </a:lnSpc>
              <a:spcBef>
                <a:spcPts val="0"/>
              </a:spcBef>
              <a:spcAft>
                <a:spcPts val="0"/>
              </a:spcAft>
              <a:buClr>
                <a:srgbClr val="FFFFFF"/>
              </a:buClr>
              <a:buSzPts val="3567"/>
              <a:buFont typeface="Helvetica Neue"/>
              <a:buChar char="•"/>
            </a:pPr>
            <a:r>
              <a:rPr lang="en-US"/>
              <a:t>Is the species correctly identified?</a:t>
            </a:r>
            <a:endParaRPr/>
          </a:p>
          <a:p>
            <a:pPr marL="379984" lvl="0" indent="-379984" algn="l" rtl="0">
              <a:lnSpc>
                <a:spcPct val="100000"/>
              </a:lnSpc>
              <a:spcBef>
                <a:spcPts val="1000"/>
              </a:spcBef>
              <a:spcAft>
                <a:spcPts val="0"/>
              </a:spcAft>
              <a:buClr>
                <a:srgbClr val="FFFFFF"/>
              </a:buClr>
              <a:buSzPts val="3567"/>
              <a:buFont typeface="Helvetica Neue"/>
              <a:buChar char="•"/>
            </a:pPr>
            <a:r>
              <a:rPr lang="en-US"/>
              <a:t>Are coordinates provided? Is uncertainty provided?</a:t>
            </a:r>
            <a:endParaRPr/>
          </a:p>
          <a:p>
            <a:pPr marL="379984" lvl="0" indent="-379984" algn="l" rtl="0">
              <a:lnSpc>
                <a:spcPct val="100000"/>
              </a:lnSpc>
              <a:spcBef>
                <a:spcPts val="1000"/>
              </a:spcBef>
              <a:spcAft>
                <a:spcPts val="0"/>
              </a:spcAft>
              <a:buClr>
                <a:srgbClr val="FFFFFF"/>
              </a:buClr>
              <a:buSzPts val="3567"/>
              <a:buFont typeface="Helvetica Neue"/>
              <a:buChar char="•"/>
            </a:pPr>
            <a:r>
              <a:rPr lang="en-US"/>
              <a:t>Is there a detailed description of the locality?</a:t>
            </a:r>
            <a:endParaRPr/>
          </a:p>
          <a:p>
            <a:pPr marL="379984" lvl="0" indent="-379984" algn="l" rtl="0">
              <a:lnSpc>
                <a:spcPct val="100000"/>
              </a:lnSpc>
              <a:spcBef>
                <a:spcPts val="1000"/>
              </a:spcBef>
              <a:spcAft>
                <a:spcPts val="0"/>
              </a:spcAft>
              <a:buClr>
                <a:srgbClr val="FFFFFF"/>
              </a:buClr>
              <a:buSzPts val="3567"/>
              <a:buFont typeface="Helvetica Neue"/>
              <a:buChar char="•"/>
            </a:pPr>
            <a:r>
              <a:rPr lang="en-US"/>
              <a:t>Looking at the map, are they in the correct area, ecosystem, geographic region?</a:t>
            </a:r>
            <a:endParaRPr/>
          </a:p>
          <a:p>
            <a:pPr marL="379984" lvl="0" indent="-379984" algn="l" rtl="0">
              <a:lnSpc>
                <a:spcPct val="100000"/>
              </a:lnSpc>
              <a:spcBef>
                <a:spcPts val="1000"/>
              </a:spcBef>
              <a:spcAft>
                <a:spcPts val="0"/>
              </a:spcAft>
              <a:buClr>
                <a:srgbClr val="FFFFFF"/>
              </a:buClr>
              <a:buSzPts val="3567"/>
              <a:buFont typeface="Helvetica Neue"/>
              <a:buChar char="•"/>
            </a:pPr>
            <a:r>
              <a:rPr lang="en-US"/>
              <a:t>Are coordinates from a GPS or where they georeferenced? What is the error? Does it matter?</a:t>
            </a:r>
            <a:endParaRPr/>
          </a:p>
        </p:txBody>
      </p:sp>
      <p:sp>
        <p:nvSpPr>
          <p:cNvPr id="133" name="Google Shape;133;p3"/>
          <p:cNvSpPr txBox="1"/>
          <p:nvPr/>
        </p:nvSpPr>
        <p:spPr>
          <a:xfrm>
            <a:off x="491806" y="1426457"/>
            <a:ext cx="11718000" cy="498600"/>
          </a:xfrm>
          <a:prstGeom prst="rect">
            <a:avLst/>
          </a:prstGeom>
          <a:noFill/>
          <a:ln>
            <a:noFill/>
          </a:ln>
        </p:spPr>
        <p:txBody>
          <a:bodyPr spcFirstLastPara="1" wrap="square" lIns="24375" tIns="24375" rIns="24375" bIns="24375" anchor="t" anchorCtr="0">
            <a:normAutofit lnSpcReduction="10000"/>
          </a:bodyPr>
          <a:lstStyle/>
          <a:p>
            <a:pPr marL="0" marR="0" lvl="0" indent="0" algn="l" rtl="0">
              <a:lnSpc>
                <a:spcPct val="100000"/>
              </a:lnSpc>
              <a:spcBef>
                <a:spcPts val="0"/>
              </a:spcBef>
              <a:spcAft>
                <a:spcPts val="0"/>
              </a:spcAft>
              <a:buClr>
                <a:srgbClr val="FFFFFF"/>
              </a:buClr>
              <a:buSzPts val="2964"/>
              <a:buFont typeface="Helvetica Neue"/>
              <a:buNone/>
            </a:pPr>
            <a:r>
              <a:rPr lang="en-US" sz="2964" b="1" i="0" u="none" strike="noStrike" cap="none">
                <a:solidFill>
                  <a:srgbClr val="FFFFFF"/>
                </a:solidFill>
                <a:latin typeface="Helvetica Neue"/>
                <a:ea typeface="Helvetica Neue"/>
                <a:cs typeface="Helvetica Neue"/>
                <a:sym typeface="Helvetica Neue"/>
              </a:rPr>
              <a:t>Data quality</a:t>
            </a:r>
            <a:endParaRPr sz="2964" b="1" i="1" u="none" strike="noStrike" cap="none">
              <a:solidFill>
                <a:srgbClr val="FFFFFF"/>
              </a:solidFill>
              <a:latin typeface="Helvetica Neue"/>
              <a:ea typeface="Helvetica Neue"/>
              <a:cs typeface="Helvetica Neue"/>
              <a:sym typeface="Helvetica Neue"/>
            </a:endParaRPr>
          </a:p>
        </p:txBody>
      </p:sp>
      <p:sp>
        <p:nvSpPr>
          <p:cNvPr id="134" name="Google Shape;134;p3"/>
          <p:cNvSpPr txBox="1">
            <a:spLocks noGrp="1"/>
          </p:cNvSpPr>
          <p:nvPr>
            <p:ph type="title"/>
          </p:nvPr>
        </p:nvSpPr>
        <p:spPr>
          <a:xfrm>
            <a:off x="491806" y="551838"/>
            <a:ext cx="11717868" cy="1126817"/>
          </a:xfrm>
          <a:prstGeom prst="rect">
            <a:avLst/>
          </a:prstGeom>
          <a:noFill/>
          <a:ln>
            <a:noFill/>
          </a:ln>
        </p:spPr>
        <p:txBody>
          <a:bodyPr spcFirstLastPara="1" wrap="square" lIns="27075" tIns="27075" rIns="27075" bIns="27075" anchor="t" anchorCtr="0">
            <a:normAutofit/>
          </a:bodyPr>
          <a:lstStyle/>
          <a:p>
            <a:pPr marL="0" lvl="0" indent="0" algn="l" rtl="0">
              <a:lnSpc>
                <a:spcPct val="80000"/>
              </a:lnSpc>
              <a:spcBef>
                <a:spcPts val="0"/>
              </a:spcBef>
              <a:spcAft>
                <a:spcPts val="0"/>
              </a:spcAft>
              <a:buClr>
                <a:srgbClr val="FFFFFF"/>
              </a:buClr>
              <a:buSzPts val="4800"/>
              <a:buFont typeface="Helvetica Neue"/>
              <a:buNone/>
            </a:pPr>
            <a:r>
              <a:rPr lang="en-US"/>
              <a:t>Biodiversity data</a:t>
            </a:r>
            <a:endParaRPr i="1"/>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38"/>
        <p:cNvGrpSpPr/>
        <p:nvPr/>
      </p:nvGrpSpPr>
      <p:grpSpPr>
        <a:xfrm>
          <a:off x="0" y="0"/>
          <a:ext cx="0" cy="0"/>
          <a:chOff x="0" y="0"/>
          <a:chExt cx="0" cy="0"/>
        </a:xfrm>
      </p:grpSpPr>
      <p:sp>
        <p:nvSpPr>
          <p:cNvPr id="139" name="Google Shape;139;p4"/>
          <p:cNvSpPr txBox="1">
            <a:spLocks noGrp="1"/>
          </p:cNvSpPr>
          <p:nvPr>
            <p:ph type="body" idx="2"/>
          </p:nvPr>
        </p:nvSpPr>
        <p:spPr>
          <a:xfrm>
            <a:off x="491806" y="2302623"/>
            <a:ext cx="11718000" cy="591900"/>
          </a:xfrm>
          <a:prstGeom prst="rect">
            <a:avLst/>
          </a:prstGeom>
          <a:noFill/>
          <a:ln>
            <a:noFill/>
          </a:ln>
        </p:spPr>
        <p:txBody>
          <a:bodyPr spcFirstLastPara="1" wrap="square" lIns="27075" tIns="27075" rIns="27075" bIns="27075" anchor="t" anchorCtr="0">
            <a:normAutofit/>
          </a:bodyPr>
          <a:lstStyle/>
          <a:p>
            <a:pPr marL="0" lvl="0" indent="0" algn="l" rtl="0">
              <a:lnSpc>
                <a:spcPct val="90000"/>
              </a:lnSpc>
              <a:spcBef>
                <a:spcPts val="0"/>
              </a:spcBef>
              <a:spcAft>
                <a:spcPts val="0"/>
              </a:spcAft>
              <a:buClr>
                <a:srgbClr val="FFFFFF"/>
              </a:buClr>
              <a:buSzPts val="3400"/>
              <a:buFont typeface="Helvetica Neue"/>
              <a:buNone/>
            </a:pPr>
            <a:r>
              <a:rPr lang="en-US" sz="3400" b="0" i="0" u="none" strike="noStrike" cap="none">
                <a:solidFill>
                  <a:srgbClr val="FFFFFF"/>
                </a:solidFill>
                <a:latin typeface="Helvetica Neue"/>
                <a:ea typeface="Helvetica Neue"/>
                <a:cs typeface="Helvetica Neue"/>
                <a:sym typeface="Helvetica Neue"/>
              </a:rPr>
              <a:t>How would this look? </a:t>
            </a:r>
            <a:endParaRPr sz="3400" b="0" i="1" u="none" strike="noStrike" cap="none">
              <a:solidFill>
                <a:srgbClr val="FFFFFF"/>
              </a:solidFill>
              <a:latin typeface="Helvetica Neue"/>
              <a:ea typeface="Helvetica Neue"/>
              <a:cs typeface="Helvetica Neue"/>
              <a:sym typeface="Helvetica Neue"/>
            </a:endParaRPr>
          </a:p>
        </p:txBody>
      </p:sp>
      <p:pic>
        <p:nvPicPr>
          <p:cNvPr id="140" name="Google Shape;140;p4" descr="questions.png"/>
          <p:cNvPicPr preferRelativeResize="0"/>
          <p:nvPr/>
        </p:nvPicPr>
        <p:blipFill rotWithShape="1">
          <a:blip r:embed="rId3">
            <a:alphaModFix/>
          </a:blip>
          <a:srcRect/>
          <a:stretch/>
        </p:blipFill>
        <p:spPr>
          <a:xfrm>
            <a:off x="-1" y="2302624"/>
            <a:ext cx="13004802" cy="6705601"/>
          </a:xfrm>
          <a:prstGeom prst="rect">
            <a:avLst/>
          </a:prstGeom>
          <a:noFill/>
          <a:ln>
            <a:noFill/>
          </a:ln>
        </p:spPr>
      </p:pic>
      <p:sp>
        <p:nvSpPr>
          <p:cNvPr id="141" name="Google Shape;141;p4"/>
          <p:cNvSpPr txBox="1">
            <a:spLocks noGrp="1"/>
          </p:cNvSpPr>
          <p:nvPr>
            <p:ph type="title"/>
          </p:nvPr>
        </p:nvSpPr>
        <p:spPr>
          <a:xfrm>
            <a:off x="491806" y="551838"/>
            <a:ext cx="11717868" cy="1126817"/>
          </a:xfrm>
          <a:prstGeom prst="rect">
            <a:avLst/>
          </a:prstGeom>
          <a:noFill/>
          <a:ln>
            <a:noFill/>
          </a:ln>
        </p:spPr>
        <p:txBody>
          <a:bodyPr spcFirstLastPara="1" wrap="square" lIns="27075" tIns="27075" rIns="27075" bIns="27075" anchor="t" anchorCtr="0">
            <a:normAutofit/>
          </a:bodyPr>
          <a:lstStyle/>
          <a:p>
            <a:pPr marL="0" lvl="0" indent="0" algn="l" rtl="0">
              <a:lnSpc>
                <a:spcPct val="80000"/>
              </a:lnSpc>
              <a:spcBef>
                <a:spcPts val="0"/>
              </a:spcBef>
              <a:spcAft>
                <a:spcPts val="0"/>
              </a:spcAft>
              <a:buClr>
                <a:srgbClr val="FFFFFF"/>
              </a:buClr>
              <a:buSzPts val="4800"/>
              <a:buFont typeface="Helvetica Neue"/>
              <a:buNone/>
            </a:pPr>
            <a:r>
              <a:rPr lang="en-US"/>
              <a:t>Biodiversity data</a:t>
            </a:r>
            <a:endParaRPr i="1"/>
          </a:p>
        </p:txBody>
      </p:sp>
      <p:sp>
        <p:nvSpPr>
          <p:cNvPr id="142" name="Google Shape;142;p4"/>
          <p:cNvSpPr txBox="1"/>
          <p:nvPr/>
        </p:nvSpPr>
        <p:spPr>
          <a:xfrm>
            <a:off x="491806" y="1305946"/>
            <a:ext cx="11718000" cy="498600"/>
          </a:xfrm>
          <a:prstGeom prst="rect">
            <a:avLst/>
          </a:prstGeom>
          <a:noFill/>
          <a:ln>
            <a:noFill/>
          </a:ln>
        </p:spPr>
        <p:txBody>
          <a:bodyPr spcFirstLastPara="1" wrap="square" lIns="24375" tIns="24375" rIns="24375" bIns="24375" anchor="t" anchorCtr="0">
            <a:normAutofit lnSpcReduction="10000"/>
          </a:bodyPr>
          <a:lstStyle/>
          <a:p>
            <a:pPr marL="0" marR="0" lvl="0" indent="0" algn="l" rtl="0">
              <a:lnSpc>
                <a:spcPct val="100000"/>
              </a:lnSpc>
              <a:spcBef>
                <a:spcPts val="0"/>
              </a:spcBef>
              <a:spcAft>
                <a:spcPts val="0"/>
              </a:spcAft>
              <a:buClr>
                <a:srgbClr val="FFFFFF"/>
              </a:buClr>
              <a:buSzPts val="3000"/>
              <a:buFont typeface="Helvetica Neue"/>
              <a:buNone/>
            </a:pPr>
            <a:r>
              <a:rPr lang="en-US" sz="3000" b="0" i="0" u="none" strike="noStrike" cap="none">
                <a:solidFill>
                  <a:srgbClr val="FFFFFF"/>
                </a:solidFill>
                <a:latin typeface="Helvetica Neue"/>
                <a:ea typeface="Helvetica Neue"/>
                <a:cs typeface="Helvetica Neue"/>
                <a:sym typeface="Helvetica Neue"/>
              </a:rPr>
              <a:t>Species Absences </a:t>
            </a:r>
            <a:endParaRPr sz="3000" b="0" i="1" u="none" strike="noStrike" cap="none">
              <a:solidFill>
                <a:srgbClr val="FFFFFF"/>
              </a:solidFill>
              <a:latin typeface="Helvetica Neue"/>
              <a:ea typeface="Helvetica Neue"/>
              <a:cs typeface="Helvetica Neue"/>
              <a:sym typeface="Helvetica Neue"/>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46"/>
        <p:cNvGrpSpPr/>
        <p:nvPr/>
      </p:nvGrpSpPr>
      <p:grpSpPr>
        <a:xfrm>
          <a:off x="0" y="0"/>
          <a:ext cx="0" cy="0"/>
          <a:chOff x="0" y="0"/>
          <a:chExt cx="0" cy="0"/>
        </a:xfrm>
      </p:grpSpPr>
      <p:sp>
        <p:nvSpPr>
          <p:cNvPr id="147" name="Google Shape;147;p5"/>
          <p:cNvSpPr txBox="1"/>
          <p:nvPr/>
        </p:nvSpPr>
        <p:spPr>
          <a:xfrm>
            <a:off x="479243" y="1253403"/>
            <a:ext cx="11718000" cy="498600"/>
          </a:xfrm>
          <a:prstGeom prst="rect">
            <a:avLst/>
          </a:prstGeom>
          <a:noFill/>
          <a:ln>
            <a:noFill/>
          </a:ln>
        </p:spPr>
        <p:txBody>
          <a:bodyPr spcFirstLastPara="1" wrap="square" lIns="24375" tIns="24375" rIns="24375" bIns="24375" anchor="t" anchorCtr="0">
            <a:normAutofit lnSpcReduction="10000"/>
          </a:bodyPr>
          <a:lstStyle/>
          <a:p>
            <a:pPr marL="0" marR="0" lvl="0" indent="0" algn="l" rtl="0">
              <a:lnSpc>
                <a:spcPct val="100000"/>
              </a:lnSpc>
              <a:spcBef>
                <a:spcPts val="0"/>
              </a:spcBef>
              <a:spcAft>
                <a:spcPts val="0"/>
              </a:spcAft>
              <a:buClr>
                <a:srgbClr val="FFFFFF"/>
              </a:buClr>
              <a:buSzPts val="2964"/>
              <a:buFont typeface="Helvetica Neue"/>
              <a:buNone/>
            </a:pPr>
            <a:r>
              <a:rPr lang="en-US" sz="2964" b="1" i="0" u="none" strike="noStrike" cap="none">
                <a:solidFill>
                  <a:srgbClr val="FFFFFF"/>
                </a:solidFill>
                <a:latin typeface="Helvetica Neue"/>
                <a:ea typeface="Helvetica Neue"/>
                <a:cs typeface="Helvetica Neue"/>
                <a:sym typeface="Helvetica Neue"/>
              </a:rPr>
              <a:t>Some examples</a:t>
            </a:r>
            <a:endParaRPr sz="1400" b="0" i="0" u="none" strike="noStrike" cap="none">
              <a:solidFill>
                <a:srgbClr val="000000"/>
              </a:solidFill>
              <a:latin typeface="Arial"/>
              <a:ea typeface="Arial"/>
              <a:cs typeface="Arial"/>
              <a:sym typeface="Arial"/>
            </a:endParaRPr>
          </a:p>
        </p:txBody>
      </p:sp>
      <p:grpSp>
        <p:nvGrpSpPr>
          <p:cNvPr id="148" name="Google Shape;148;p5"/>
          <p:cNvGrpSpPr/>
          <p:nvPr/>
        </p:nvGrpSpPr>
        <p:grpSpPr>
          <a:xfrm>
            <a:off x="725145" y="2533516"/>
            <a:ext cx="5612958" cy="7059168"/>
            <a:chOff x="0" y="0"/>
            <a:chExt cx="5612956" cy="7059166"/>
          </a:xfrm>
        </p:grpSpPr>
        <p:sp>
          <p:nvSpPr>
            <p:cNvPr id="149" name="Google Shape;149;p5"/>
            <p:cNvSpPr txBox="1"/>
            <p:nvPr/>
          </p:nvSpPr>
          <p:spPr>
            <a:xfrm>
              <a:off x="215900" y="139700"/>
              <a:ext cx="5181156" cy="6503128"/>
            </a:xfrm>
            <a:prstGeom prst="rect">
              <a:avLst/>
            </a:prstGeom>
            <a:noFill/>
            <a:ln>
              <a:noFill/>
            </a:ln>
          </p:spPr>
          <p:txBody>
            <a:bodyPr spcFirstLastPara="1" wrap="square" lIns="25400" tIns="25400" rIns="25400" bIns="25400" anchor="t" anchorCtr="0">
              <a:noAutofit/>
            </a:bodyPr>
            <a:lstStyle/>
            <a:p>
              <a:pPr marL="0" marR="0" lvl="0" indent="0" algn="l" rtl="0">
                <a:lnSpc>
                  <a:spcPct val="100000"/>
                </a:lnSpc>
                <a:spcBef>
                  <a:spcPts val="0"/>
                </a:spcBef>
                <a:spcAft>
                  <a:spcPts val="0"/>
                </a:spcAft>
                <a:buClr>
                  <a:srgbClr val="FFFFFF"/>
                </a:buClr>
                <a:buSzPts val="1700"/>
                <a:buFont typeface="Helvetica Neue"/>
                <a:buNone/>
              </a:pPr>
              <a:r>
                <a:rPr lang="en-US" sz="1700" b="1" i="0" u="none" strike="noStrike" cap="none">
                  <a:solidFill>
                    <a:srgbClr val="FFFFFF"/>
                  </a:solidFill>
                  <a:latin typeface="Helvetica Neue"/>
                  <a:ea typeface="Helvetica Neue"/>
                  <a:cs typeface="Helvetica Neue"/>
                  <a:sym typeface="Helvetica Neue"/>
                </a:rPr>
                <a:t>Pre-calculated bioclimatic data (19 &amp; more)</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Clr>
                  <a:srgbClr val="FFFFFF"/>
                </a:buClr>
                <a:buSzPts val="1600"/>
                <a:buFont typeface="Helvetica Neue"/>
                <a:buNone/>
              </a:pPr>
              <a:endParaRPr sz="1600" b="0" i="0" u="none" strike="noStrike" cap="none">
                <a:solidFill>
                  <a:srgbClr val="FFFFFF"/>
                </a:solidFill>
                <a:latin typeface="Helvetica Neue"/>
                <a:ea typeface="Helvetica Neue"/>
                <a:cs typeface="Helvetica Neue"/>
                <a:sym typeface="Helvetica Neue"/>
              </a:endParaRPr>
            </a:p>
            <a:p>
              <a:pPr marL="0" marR="0" lvl="0" indent="0" algn="l" rtl="0">
                <a:lnSpc>
                  <a:spcPct val="100000"/>
                </a:lnSpc>
                <a:spcBef>
                  <a:spcPts val="0"/>
                </a:spcBef>
                <a:spcAft>
                  <a:spcPts val="0"/>
                </a:spcAft>
                <a:buClr>
                  <a:srgbClr val="FFFFFF"/>
                </a:buClr>
                <a:buSzPts val="1500"/>
                <a:buFont typeface="Helvetica Neue"/>
                <a:buNone/>
              </a:pPr>
              <a:r>
                <a:rPr lang="en-US" sz="1500" b="1" i="0" u="none" strike="noStrike" cap="none">
                  <a:solidFill>
                    <a:srgbClr val="FFFFFF"/>
                  </a:solidFill>
                  <a:latin typeface="Helvetica Neue"/>
                  <a:ea typeface="Helvetica Neue"/>
                  <a:cs typeface="Helvetica Neue"/>
                  <a:sym typeface="Helvetica Neue"/>
                </a:rPr>
                <a:t>Worldclim: </a:t>
              </a:r>
              <a:r>
                <a:rPr lang="en-US" sz="1500" b="0" i="0" u="sng" strike="noStrike" cap="none">
                  <a:solidFill>
                    <a:schemeClr val="hlink"/>
                  </a:solidFill>
                  <a:latin typeface="Helvetica Neue"/>
                  <a:ea typeface="Helvetica Neue"/>
                  <a:cs typeface="Helvetica Neue"/>
                  <a:sym typeface="Helvetica Neue"/>
                  <a:hlinkClick r:id="rId3"/>
                </a:rPr>
                <a:t>http://www.worldclim.org</a:t>
              </a:r>
              <a:r>
                <a:rPr lang="en-US" sz="1500" b="0" i="0" u="none" strike="noStrike" cap="none">
                  <a:solidFill>
                    <a:srgbClr val="FFFFFF"/>
                  </a:solidFill>
                  <a:latin typeface="Helvetica Neue"/>
                  <a:ea typeface="Helvetica Neue"/>
                  <a:cs typeface="Helvetica Neue"/>
                  <a:sym typeface="Helvetica Neue"/>
                </a:rPr>
                <a:t>/</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Clr>
                  <a:srgbClr val="FFFFFF"/>
                </a:buClr>
                <a:buSzPts val="1500"/>
                <a:buFont typeface="Helvetica Neue"/>
                <a:buNone/>
              </a:pPr>
              <a:r>
                <a:rPr lang="en-US" sz="1500" b="1" i="0" u="none" strike="noStrike" cap="none">
                  <a:solidFill>
                    <a:srgbClr val="FFFFFF"/>
                  </a:solidFill>
                  <a:latin typeface="Helvetica Neue"/>
                  <a:ea typeface="Helvetica Neue"/>
                  <a:cs typeface="Helvetica Neue"/>
                  <a:sym typeface="Helvetica Neue"/>
                </a:rPr>
                <a:t>Chelsa: </a:t>
              </a:r>
              <a:r>
                <a:rPr lang="en-US" sz="1500" b="0" i="0" u="sng" strike="noStrike" cap="none">
                  <a:solidFill>
                    <a:schemeClr val="hlink"/>
                  </a:solidFill>
                  <a:latin typeface="Helvetica Neue"/>
                  <a:ea typeface="Helvetica Neue"/>
                  <a:cs typeface="Helvetica Neue"/>
                  <a:sym typeface="Helvetica Neue"/>
                  <a:hlinkClick r:id="rId4"/>
                </a:rPr>
                <a:t>https://chelsa-climate.org/bioclim/</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Clr>
                  <a:srgbClr val="FFFFFF"/>
                </a:buClr>
                <a:buSzPts val="1500"/>
                <a:buFont typeface="Helvetica Neue"/>
                <a:buNone/>
              </a:pPr>
              <a:r>
                <a:rPr lang="en-US" sz="1500" b="1" i="0" u="none" strike="noStrike" cap="none">
                  <a:solidFill>
                    <a:srgbClr val="FFFFFF"/>
                  </a:solidFill>
                  <a:latin typeface="Helvetica Neue"/>
                  <a:ea typeface="Helvetica Neue"/>
                  <a:cs typeface="Helvetica Neue"/>
                  <a:sym typeface="Helvetica Neue"/>
                </a:rPr>
                <a:t>Ecoclimate: </a:t>
              </a:r>
              <a:r>
                <a:rPr lang="en-US" sz="1500" b="0" i="0" u="sng" strike="noStrike" cap="none">
                  <a:solidFill>
                    <a:schemeClr val="hlink"/>
                  </a:solidFill>
                  <a:latin typeface="Helvetica Neue"/>
                  <a:ea typeface="Helvetica Neue"/>
                  <a:cs typeface="Helvetica Neue"/>
                  <a:sym typeface="Helvetica Neue"/>
                  <a:hlinkClick r:id="rId5"/>
                </a:rPr>
                <a:t>https://www.ecoclimate.org/downloads/</a:t>
              </a:r>
              <a:endParaRPr sz="1600" b="0" i="0" u="none" strike="noStrike" cap="none">
                <a:solidFill>
                  <a:srgbClr val="FFFFFF"/>
                </a:solidFill>
                <a:latin typeface="Helvetica Neue"/>
                <a:ea typeface="Helvetica Neue"/>
                <a:cs typeface="Helvetica Neue"/>
                <a:sym typeface="Helvetica Neue"/>
              </a:endParaRPr>
            </a:p>
            <a:p>
              <a:pPr marL="0" marR="0" lvl="0" indent="0" algn="l" rtl="0">
                <a:lnSpc>
                  <a:spcPct val="100000"/>
                </a:lnSpc>
                <a:spcBef>
                  <a:spcPts val="0"/>
                </a:spcBef>
                <a:spcAft>
                  <a:spcPts val="0"/>
                </a:spcAft>
                <a:buClr>
                  <a:srgbClr val="FFFFFF"/>
                </a:buClr>
                <a:buSzPts val="1500"/>
                <a:buFont typeface="Helvetica Neue"/>
                <a:buNone/>
              </a:pPr>
              <a:r>
                <a:rPr lang="en-US" sz="1500" b="1" i="0" u="none" strike="noStrike" cap="none">
                  <a:solidFill>
                    <a:srgbClr val="FFFFFF"/>
                  </a:solidFill>
                  <a:latin typeface="Helvetica Neue"/>
                  <a:ea typeface="Helvetica Neue"/>
                  <a:cs typeface="Helvetica Neue"/>
                  <a:sym typeface="Helvetica Neue"/>
                </a:rPr>
                <a:t>TerraClimate: </a:t>
              </a:r>
              <a:r>
                <a:rPr lang="en-US" sz="1500" b="0" i="0" u="sng" strike="noStrike" cap="none">
                  <a:solidFill>
                    <a:schemeClr val="hlink"/>
                  </a:solidFill>
                  <a:latin typeface="Helvetica Neue"/>
                  <a:ea typeface="Helvetica Neue"/>
                  <a:cs typeface="Helvetica Neue"/>
                  <a:sym typeface="Helvetica Neue"/>
                  <a:hlinkClick r:id="rId6"/>
                </a:rPr>
                <a:t>http://www.climatologylab.org/terraclimate.html</a:t>
              </a:r>
              <a:endParaRPr sz="1600" b="0" i="0" u="none" strike="noStrike" cap="none">
                <a:solidFill>
                  <a:srgbClr val="FFFFFF"/>
                </a:solidFill>
                <a:latin typeface="Helvetica Neue"/>
                <a:ea typeface="Helvetica Neue"/>
                <a:cs typeface="Helvetica Neue"/>
                <a:sym typeface="Helvetica Neue"/>
              </a:endParaRPr>
            </a:p>
            <a:p>
              <a:pPr marL="0" marR="0" lvl="0" indent="0" algn="l" rtl="0">
                <a:lnSpc>
                  <a:spcPct val="100000"/>
                </a:lnSpc>
                <a:spcBef>
                  <a:spcPts val="0"/>
                </a:spcBef>
                <a:spcAft>
                  <a:spcPts val="0"/>
                </a:spcAft>
                <a:buClr>
                  <a:srgbClr val="FFFFFF"/>
                </a:buClr>
                <a:buSzPts val="1500"/>
                <a:buFont typeface="Helvetica Neue"/>
                <a:buNone/>
              </a:pPr>
              <a:r>
                <a:rPr lang="en-US" sz="1500" b="1" i="0" u="none" strike="noStrike" cap="none">
                  <a:solidFill>
                    <a:srgbClr val="FFFFFF"/>
                  </a:solidFill>
                  <a:latin typeface="Helvetica Neue"/>
                  <a:ea typeface="Helvetica Neue"/>
                  <a:cs typeface="Helvetica Neue"/>
                  <a:sym typeface="Helvetica Neue"/>
                </a:rPr>
                <a:t>Remote sensing:</a:t>
              </a:r>
              <a:r>
                <a:rPr lang="en-US" sz="1500" b="0" i="0" u="none" strike="noStrike" cap="none">
                  <a:solidFill>
                    <a:srgbClr val="FFFFFF"/>
                  </a:solidFill>
                  <a:latin typeface="Helvetica Neue"/>
                  <a:ea typeface="Helvetica Neue"/>
                  <a:cs typeface="Helvetica Neue"/>
                  <a:sym typeface="Helvetica Neue"/>
                </a:rPr>
                <a:t> https://vdeblauwe.wordpress.com/</a:t>
              </a:r>
              <a:endParaRPr sz="1800" b="0" i="0" u="none" strike="noStrike" cap="none">
                <a:solidFill>
                  <a:srgbClr val="FFFFFF"/>
                </a:solidFill>
                <a:latin typeface="Helvetica Neue"/>
                <a:ea typeface="Helvetica Neue"/>
                <a:cs typeface="Helvetica Neue"/>
                <a:sym typeface="Helvetica Neue"/>
              </a:endParaRPr>
            </a:p>
            <a:p>
              <a:pPr marL="0" marR="0" lvl="0" indent="0" algn="l" rtl="0">
                <a:lnSpc>
                  <a:spcPct val="100000"/>
                </a:lnSpc>
                <a:spcBef>
                  <a:spcPts val="0"/>
                </a:spcBef>
                <a:spcAft>
                  <a:spcPts val="0"/>
                </a:spcAft>
                <a:buClr>
                  <a:srgbClr val="606060"/>
                </a:buClr>
                <a:buSzPts val="1600"/>
                <a:buFont typeface="Helvetica Neue"/>
                <a:buNone/>
              </a:pPr>
              <a:endParaRPr sz="1600" b="0" i="0" u="none" strike="noStrike" cap="none">
                <a:solidFill>
                  <a:srgbClr val="FFFFFF"/>
                </a:solidFill>
                <a:latin typeface="Helvetica Neue"/>
                <a:ea typeface="Helvetica Neue"/>
                <a:cs typeface="Helvetica Neue"/>
                <a:sym typeface="Helvetica Neue"/>
              </a:endParaRPr>
            </a:p>
            <a:p>
              <a:pPr marL="0" marR="0" lvl="0" indent="0" algn="l" rtl="0">
                <a:lnSpc>
                  <a:spcPct val="100000"/>
                </a:lnSpc>
                <a:spcBef>
                  <a:spcPts val="0"/>
                </a:spcBef>
                <a:spcAft>
                  <a:spcPts val="0"/>
                </a:spcAft>
                <a:buClr>
                  <a:schemeClr val="accent5"/>
                </a:buClr>
                <a:buSzPts val="1300"/>
                <a:buFont typeface="Helvetica Neue"/>
                <a:buNone/>
              </a:pPr>
              <a:r>
                <a:rPr lang="en-US" sz="1300" b="0" i="0" u="none" strike="noStrike" cap="none">
                  <a:solidFill>
                    <a:schemeClr val="accent5"/>
                  </a:solidFill>
                  <a:latin typeface="Helvetica Neue"/>
                  <a:ea typeface="Helvetica Neue"/>
                  <a:cs typeface="Helvetica Neue"/>
                  <a:sym typeface="Helvetica Neue"/>
                </a:rPr>
                <a:t>BIO1 = Annual Mean Temperature</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Clr>
                  <a:schemeClr val="accent5"/>
                </a:buClr>
                <a:buSzPts val="1300"/>
                <a:buFont typeface="Helvetica Neue"/>
                <a:buNone/>
              </a:pPr>
              <a:r>
                <a:rPr lang="en-US" sz="1300" b="0" i="0" u="none" strike="noStrike" cap="none">
                  <a:solidFill>
                    <a:schemeClr val="accent5"/>
                  </a:solidFill>
                  <a:latin typeface="Helvetica Neue"/>
                  <a:ea typeface="Helvetica Neue"/>
                  <a:cs typeface="Helvetica Neue"/>
                  <a:sym typeface="Helvetica Neue"/>
                </a:rPr>
                <a:t>BIO2 = Mean Diurnal Range (Mean of monthly (max temp - min temp))</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Clr>
                  <a:schemeClr val="accent5"/>
                </a:buClr>
                <a:buSzPts val="1300"/>
                <a:buFont typeface="Helvetica Neue"/>
                <a:buNone/>
              </a:pPr>
              <a:r>
                <a:rPr lang="en-US" sz="1300" b="0" i="0" u="none" strike="noStrike" cap="none">
                  <a:solidFill>
                    <a:schemeClr val="accent5"/>
                  </a:solidFill>
                  <a:latin typeface="Helvetica Neue"/>
                  <a:ea typeface="Helvetica Neue"/>
                  <a:cs typeface="Helvetica Neue"/>
                  <a:sym typeface="Helvetica Neue"/>
                </a:rPr>
                <a:t>BIO3 = Isothermality (BIO2/BIO7) (×100)</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Clr>
                  <a:schemeClr val="accent5"/>
                </a:buClr>
                <a:buSzPts val="1300"/>
                <a:buFont typeface="Helvetica Neue"/>
                <a:buNone/>
              </a:pPr>
              <a:r>
                <a:rPr lang="en-US" sz="1300" b="0" i="0" u="none" strike="noStrike" cap="none">
                  <a:solidFill>
                    <a:schemeClr val="accent5"/>
                  </a:solidFill>
                  <a:latin typeface="Helvetica Neue"/>
                  <a:ea typeface="Helvetica Neue"/>
                  <a:cs typeface="Helvetica Neue"/>
                  <a:sym typeface="Helvetica Neue"/>
                </a:rPr>
                <a:t>BIO4 = Temperature Seasonality (standard deviation ×100)</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Clr>
                  <a:schemeClr val="accent5"/>
                </a:buClr>
                <a:buSzPts val="1300"/>
                <a:buFont typeface="Helvetica Neue"/>
                <a:buNone/>
              </a:pPr>
              <a:r>
                <a:rPr lang="en-US" sz="1300" b="0" i="0" u="none" strike="noStrike" cap="none">
                  <a:solidFill>
                    <a:schemeClr val="accent5"/>
                  </a:solidFill>
                  <a:latin typeface="Helvetica Neue"/>
                  <a:ea typeface="Helvetica Neue"/>
                  <a:cs typeface="Helvetica Neue"/>
                  <a:sym typeface="Helvetica Neue"/>
                </a:rPr>
                <a:t>BIO5 = Max Temperature of Warmest Month</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Clr>
                  <a:schemeClr val="accent5"/>
                </a:buClr>
                <a:buSzPts val="1300"/>
                <a:buFont typeface="Helvetica Neue"/>
                <a:buNone/>
              </a:pPr>
              <a:r>
                <a:rPr lang="en-US" sz="1300" b="0" i="0" u="none" strike="noStrike" cap="none">
                  <a:solidFill>
                    <a:schemeClr val="accent5"/>
                  </a:solidFill>
                  <a:latin typeface="Helvetica Neue"/>
                  <a:ea typeface="Helvetica Neue"/>
                  <a:cs typeface="Helvetica Neue"/>
                  <a:sym typeface="Helvetica Neue"/>
                </a:rPr>
                <a:t>BIO6 = Min Temperature of Coldest Month</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Clr>
                  <a:schemeClr val="accent5"/>
                </a:buClr>
                <a:buSzPts val="1300"/>
                <a:buFont typeface="Helvetica Neue"/>
                <a:buNone/>
              </a:pPr>
              <a:r>
                <a:rPr lang="en-US" sz="1300" b="0" i="0" u="none" strike="noStrike" cap="none">
                  <a:solidFill>
                    <a:schemeClr val="accent5"/>
                  </a:solidFill>
                  <a:latin typeface="Helvetica Neue"/>
                  <a:ea typeface="Helvetica Neue"/>
                  <a:cs typeface="Helvetica Neue"/>
                  <a:sym typeface="Helvetica Neue"/>
                </a:rPr>
                <a:t>BIO7 = Temperature Annual Range (BIO5-BIO6)</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Clr>
                  <a:schemeClr val="accent5"/>
                </a:buClr>
                <a:buSzPts val="1300"/>
                <a:buFont typeface="Helvetica Neue"/>
                <a:buNone/>
              </a:pPr>
              <a:r>
                <a:rPr lang="en-US" sz="1300" b="0" i="0" u="none" strike="noStrike" cap="none">
                  <a:solidFill>
                    <a:schemeClr val="accent5"/>
                  </a:solidFill>
                  <a:latin typeface="Helvetica Neue"/>
                  <a:ea typeface="Helvetica Neue"/>
                  <a:cs typeface="Helvetica Neue"/>
                  <a:sym typeface="Helvetica Neue"/>
                </a:rPr>
                <a:t>BIO8 = Mean Temperature of Wettest Quarter</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Clr>
                  <a:schemeClr val="accent5"/>
                </a:buClr>
                <a:buSzPts val="1300"/>
                <a:buFont typeface="Helvetica Neue"/>
                <a:buNone/>
              </a:pPr>
              <a:r>
                <a:rPr lang="en-US" sz="1300" b="0" i="0" u="none" strike="noStrike" cap="none">
                  <a:solidFill>
                    <a:schemeClr val="accent5"/>
                  </a:solidFill>
                  <a:latin typeface="Helvetica Neue"/>
                  <a:ea typeface="Helvetica Neue"/>
                  <a:cs typeface="Helvetica Neue"/>
                  <a:sym typeface="Helvetica Neue"/>
                </a:rPr>
                <a:t>BIO9 = Mean Temperature of Driest Quarter</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Clr>
                  <a:schemeClr val="accent5"/>
                </a:buClr>
                <a:buSzPts val="1300"/>
                <a:buFont typeface="Helvetica Neue"/>
                <a:buNone/>
              </a:pPr>
              <a:r>
                <a:rPr lang="en-US" sz="1300" b="0" i="0" u="none" strike="noStrike" cap="none">
                  <a:solidFill>
                    <a:schemeClr val="accent5"/>
                  </a:solidFill>
                  <a:latin typeface="Helvetica Neue"/>
                  <a:ea typeface="Helvetica Neue"/>
                  <a:cs typeface="Helvetica Neue"/>
                  <a:sym typeface="Helvetica Neue"/>
                </a:rPr>
                <a:t>BIO10 = Mean Temperature of Warmest Quarter</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Clr>
                  <a:schemeClr val="accent5"/>
                </a:buClr>
                <a:buSzPts val="1300"/>
                <a:buFont typeface="Helvetica Neue"/>
                <a:buNone/>
              </a:pPr>
              <a:r>
                <a:rPr lang="en-US" sz="1300" b="0" i="0" u="none" strike="noStrike" cap="none">
                  <a:solidFill>
                    <a:schemeClr val="accent5"/>
                  </a:solidFill>
                  <a:latin typeface="Helvetica Neue"/>
                  <a:ea typeface="Helvetica Neue"/>
                  <a:cs typeface="Helvetica Neue"/>
                  <a:sym typeface="Helvetica Neue"/>
                </a:rPr>
                <a:t>BIO11 = Mean Temperature of Coldest Quarter</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Clr>
                  <a:schemeClr val="accent1"/>
                </a:buClr>
                <a:buSzPts val="1300"/>
                <a:buFont typeface="Helvetica Neue"/>
                <a:buNone/>
              </a:pPr>
              <a:r>
                <a:rPr lang="en-US" sz="1300" b="0" i="0" u="none" strike="noStrike" cap="none">
                  <a:solidFill>
                    <a:schemeClr val="accent1"/>
                  </a:solidFill>
                  <a:latin typeface="Helvetica Neue"/>
                  <a:ea typeface="Helvetica Neue"/>
                  <a:cs typeface="Helvetica Neue"/>
                  <a:sym typeface="Helvetica Neue"/>
                </a:rPr>
                <a:t>BIO12 = Annual Precipitation</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Clr>
                  <a:schemeClr val="accent1"/>
                </a:buClr>
                <a:buSzPts val="1300"/>
                <a:buFont typeface="Helvetica Neue"/>
                <a:buNone/>
              </a:pPr>
              <a:r>
                <a:rPr lang="en-US" sz="1300" b="0" i="0" u="none" strike="noStrike" cap="none">
                  <a:solidFill>
                    <a:schemeClr val="accent1"/>
                  </a:solidFill>
                  <a:latin typeface="Helvetica Neue"/>
                  <a:ea typeface="Helvetica Neue"/>
                  <a:cs typeface="Helvetica Neue"/>
                  <a:sym typeface="Helvetica Neue"/>
                </a:rPr>
                <a:t>BIO13 = Precipitation of Wettest Month</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Clr>
                  <a:schemeClr val="accent1"/>
                </a:buClr>
                <a:buSzPts val="1300"/>
                <a:buFont typeface="Helvetica Neue"/>
                <a:buNone/>
              </a:pPr>
              <a:r>
                <a:rPr lang="en-US" sz="1300" b="0" i="0" u="none" strike="noStrike" cap="none">
                  <a:solidFill>
                    <a:schemeClr val="accent1"/>
                  </a:solidFill>
                  <a:latin typeface="Helvetica Neue"/>
                  <a:ea typeface="Helvetica Neue"/>
                  <a:cs typeface="Helvetica Neue"/>
                  <a:sym typeface="Helvetica Neue"/>
                </a:rPr>
                <a:t>BIO14 = Precipitation of Driest Month</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Clr>
                  <a:schemeClr val="accent1"/>
                </a:buClr>
                <a:buSzPts val="1300"/>
                <a:buFont typeface="Helvetica Neue"/>
                <a:buNone/>
              </a:pPr>
              <a:r>
                <a:rPr lang="en-US" sz="1300" b="0" i="0" u="none" strike="noStrike" cap="none">
                  <a:solidFill>
                    <a:schemeClr val="accent1"/>
                  </a:solidFill>
                  <a:latin typeface="Helvetica Neue"/>
                  <a:ea typeface="Helvetica Neue"/>
                  <a:cs typeface="Helvetica Neue"/>
                  <a:sym typeface="Helvetica Neue"/>
                </a:rPr>
                <a:t>BIO15 = Precipitation Seasonality (Coefficient of Variation)</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Clr>
                  <a:schemeClr val="accent1"/>
                </a:buClr>
                <a:buSzPts val="1300"/>
                <a:buFont typeface="Helvetica Neue"/>
                <a:buNone/>
              </a:pPr>
              <a:r>
                <a:rPr lang="en-US" sz="1300" b="0" i="0" u="none" strike="noStrike" cap="none">
                  <a:solidFill>
                    <a:schemeClr val="accent1"/>
                  </a:solidFill>
                  <a:latin typeface="Helvetica Neue"/>
                  <a:ea typeface="Helvetica Neue"/>
                  <a:cs typeface="Helvetica Neue"/>
                  <a:sym typeface="Helvetica Neue"/>
                </a:rPr>
                <a:t>BIO16 = Precipitation of Wettest Quarter</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Clr>
                  <a:schemeClr val="accent1"/>
                </a:buClr>
                <a:buSzPts val="1300"/>
                <a:buFont typeface="Helvetica Neue"/>
                <a:buNone/>
              </a:pPr>
              <a:r>
                <a:rPr lang="en-US" sz="1300" b="0" i="0" u="none" strike="noStrike" cap="none">
                  <a:solidFill>
                    <a:schemeClr val="accent1"/>
                  </a:solidFill>
                  <a:latin typeface="Helvetica Neue"/>
                  <a:ea typeface="Helvetica Neue"/>
                  <a:cs typeface="Helvetica Neue"/>
                  <a:sym typeface="Helvetica Neue"/>
                </a:rPr>
                <a:t>BIO17 = Precipitation of Driest Quarter</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Clr>
                  <a:schemeClr val="accent1"/>
                </a:buClr>
                <a:buSzPts val="1300"/>
                <a:buFont typeface="Helvetica Neue"/>
                <a:buNone/>
              </a:pPr>
              <a:r>
                <a:rPr lang="en-US" sz="1300" b="0" i="0" u="none" strike="noStrike" cap="none">
                  <a:solidFill>
                    <a:schemeClr val="accent1"/>
                  </a:solidFill>
                  <a:latin typeface="Helvetica Neue"/>
                  <a:ea typeface="Helvetica Neue"/>
                  <a:cs typeface="Helvetica Neue"/>
                  <a:sym typeface="Helvetica Neue"/>
                </a:rPr>
                <a:t>BIO18 = Precipitation of Warmest Quarter</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Clr>
                  <a:schemeClr val="accent1"/>
                </a:buClr>
                <a:buSzPts val="1300"/>
                <a:buFont typeface="Helvetica Neue"/>
                <a:buNone/>
              </a:pPr>
              <a:r>
                <a:rPr lang="en-US" sz="1300" b="0" i="0" u="none" strike="noStrike" cap="none">
                  <a:solidFill>
                    <a:schemeClr val="accent1"/>
                  </a:solidFill>
                  <a:latin typeface="Helvetica Neue"/>
                  <a:ea typeface="Helvetica Neue"/>
                  <a:cs typeface="Helvetica Neue"/>
                  <a:sym typeface="Helvetica Neue"/>
                </a:rPr>
                <a:t>BIO19 = Precipitation of Coldest Quarter</a:t>
              </a:r>
              <a:endParaRPr sz="1400" b="0" i="0" u="none" strike="noStrike" cap="none">
                <a:solidFill>
                  <a:srgbClr val="000000"/>
                </a:solidFill>
                <a:latin typeface="Arial"/>
                <a:ea typeface="Arial"/>
                <a:cs typeface="Arial"/>
                <a:sym typeface="Arial"/>
              </a:endParaRPr>
            </a:p>
          </p:txBody>
        </p:sp>
        <p:pic>
          <p:nvPicPr>
            <p:cNvPr id="150" name="Google Shape;150;p5" descr="Pre-calculated bioclimatic data (19 &amp; more)… Pre-calculated bioclimatic data (19 &amp; more)Worldclim: http://www.worldclim.org/Chelsa: https://chelsa-climate.org/bioclim/Ecoclimate: https://www.ecoclimate.org/downloads/TerraClimate: http://www.climatologylab.org/terraclimate.htmlRemote sensing: https://vdeblauwe.wordpress.com/BIO1 = Annual Mean TemperatureBIO2 = Mean Diurnal Range (Mean of monthly (max temp - min temp))BIO3 = Isothermality (BIO2/BIO7) (×100)BIO4 = Temperature Seasonality (standard deviation ×100)BIO5 = Max Temperature of Warmest MonthBIO6 = Min Temperature of Coldest MonthBIO7 = Temperature Annual Range (BIO5-BIO6)BIO8 = Mean Temperature of Wettest QuarterBIO9 = Mean Temperature of Driest QuarterBIO10 = Mean Temperature of Warmest QuarterBIO11 = Mean Temperature of Coldest QuarterBIO12 = Annual PrecipitationBIO13 = Precipitation of Wettest MonthBIO14 = Precipitation of Driest MonthBIO15 = Precipitation Seasonality (Coefficient of Variation)BIO16 = Precipitation of Wettest QuarterBIO17 = Precipitation of Driest QuarterBIO18 = Precipitation of Warmest QuarterBIO19 = Precipitation of Coldest Quarter"/>
            <p:cNvPicPr preferRelativeResize="0"/>
            <p:nvPr/>
          </p:nvPicPr>
          <p:blipFill rotWithShape="1">
            <a:blip r:embed="rId7">
              <a:alphaModFix/>
            </a:blip>
            <a:srcRect/>
            <a:stretch/>
          </p:blipFill>
          <p:spPr>
            <a:xfrm>
              <a:off x="0" y="0"/>
              <a:ext cx="5612956" cy="7059166"/>
            </a:xfrm>
            <a:prstGeom prst="rect">
              <a:avLst/>
            </a:prstGeom>
            <a:noFill/>
            <a:ln>
              <a:noFill/>
            </a:ln>
          </p:spPr>
        </p:pic>
      </p:grpSp>
      <p:grpSp>
        <p:nvGrpSpPr>
          <p:cNvPr id="151" name="Google Shape;151;p5"/>
          <p:cNvGrpSpPr/>
          <p:nvPr/>
        </p:nvGrpSpPr>
        <p:grpSpPr>
          <a:xfrm>
            <a:off x="6805954" y="2584069"/>
            <a:ext cx="5257801" cy="7011377"/>
            <a:chOff x="0" y="-1"/>
            <a:chExt cx="5257800" cy="7011376"/>
          </a:xfrm>
        </p:grpSpPr>
        <p:sp>
          <p:nvSpPr>
            <p:cNvPr id="152" name="Google Shape;152;p5"/>
            <p:cNvSpPr txBox="1"/>
            <p:nvPr/>
          </p:nvSpPr>
          <p:spPr>
            <a:xfrm>
              <a:off x="215900" y="139700"/>
              <a:ext cx="4826000" cy="6452575"/>
            </a:xfrm>
            <a:prstGeom prst="rect">
              <a:avLst/>
            </a:prstGeom>
            <a:noFill/>
            <a:ln>
              <a:noFill/>
            </a:ln>
          </p:spPr>
          <p:txBody>
            <a:bodyPr spcFirstLastPara="1" wrap="square" lIns="25400" tIns="25400" rIns="25400" bIns="25400" anchor="t" anchorCtr="0">
              <a:noAutofit/>
            </a:bodyPr>
            <a:lstStyle/>
            <a:p>
              <a:pPr marL="0" marR="0" lvl="0" indent="0" algn="l" rtl="0">
                <a:lnSpc>
                  <a:spcPct val="100000"/>
                </a:lnSpc>
                <a:spcBef>
                  <a:spcPts val="0"/>
                </a:spcBef>
                <a:spcAft>
                  <a:spcPts val="0"/>
                </a:spcAft>
                <a:buClr>
                  <a:srgbClr val="FFFFFF"/>
                </a:buClr>
                <a:buSzPts val="1700"/>
                <a:buFont typeface="Helvetica Neue"/>
                <a:buNone/>
              </a:pPr>
              <a:r>
                <a:rPr lang="en-US" sz="1700" b="1" i="0" u="none" strike="noStrike" cap="none">
                  <a:solidFill>
                    <a:srgbClr val="FFFFFF"/>
                  </a:solidFill>
                  <a:latin typeface="Helvetica Neue"/>
                  <a:ea typeface="Helvetica Neue"/>
                  <a:cs typeface="Helvetica Neue"/>
                  <a:sym typeface="Helvetica Neue"/>
                </a:rPr>
                <a:t>Climatic data to process</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Clr>
                  <a:srgbClr val="FFFFFF"/>
                </a:buClr>
                <a:buSzPts val="1800"/>
                <a:buFont typeface="Helvetica Neue"/>
                <a:buNone/>
              </a:pPr>
              <a:endParaRPr sz="1800" b="0" i="0" u="none" strike="noStrike" cap="none">
                <a:solidFill>
                  <a:srgbClr val="FFFFFF"/>
                </a:solidFill>
                <a:latin typeface="Helvetica Neue"/>
                <a:ea typeface="Helvetica Neue"/>
                <a:cs typeface="Helvetica Neue"/>
                <a:sym typeface="Helvetica Neue"/>
              </a:endParaRPr>
            </a:p>
            <a:p>
              <a:pPr marL="0" marR="0" lvl="0" indent="0" algn="l" rtl="0">
                <a:lnSpc>
                  <a:spcPct val="100000"/>
                </a:lnSpc>
                <a:spcBef>
                  <a:spcPts val="0"/>
                </a:spcBef>
                <a:spcAft>
                  <a:spcPts val="0"/>
                </a:spcAft>
                <a:buClr>
                  <a:srgbClr val="FFFFFF"/>
                </a:buClr>
                <a:buSzPts val="1600"/>
                <a:buFont typeface="Helvetica Neue"/>
                <a:buNone/>
              </a:pPr>
              <a:endParaRPr sz="1600" b="0" i="0" u="none" strike="noStrike" cap="none">
                <a:solidFill>
                  <a:srgbClr val="FFFFFF"/>
                </a:solidFill>
                <a:latin typeface="Helvetica Neue"/>
                <a:ea typeface="Helvetica Neue"/>
                <a:cs typeface="Helvetica Neue"/>
                <a:sym typeface="Helvetica Neue"/>
              </a:endParaRPr>
            </a:p>
            <a:p>
              <a:pPr marL="242886" marR="0" lvl="0" indent="-242886" algn="l" rtl="0">
                <a:lnSpc>
                  <a:spcPct val="100000"/>
                </a:lnSpc>
                <a:spcBef>
                  <a:spcPts val="0"/>
                </a:spcBef>
                <a:spcAft>
                  <a:spcPts val="0"/>
                </a:spcAft>
                <a:buClr>
                  <a:srgbClr val="FFFFFF"/>
                </a:buClr>
                <a:buSzPts val="1700"/>
                <a:buFont typeface="Helvetica Neue"/>
                <a:buChar char="•"/>
              </a:pPr>
              <a:r>
                <a:rPr lang="en-US" sz="1700" b="1" i="0" u="none" strike="noStrike" cap="none">
                  <a:solidFill>
                    <a:srgbClr val="FFFFFF"/>
                  </a:solidFill>
                  <a:latin typeface="Helvetica Neue"/>
                  <a:ea typeface="Helvetica Neue"/>
                  <a:cs typeface="Helvetica Neue"/>
                  <a:sym typeface="Helvetica Neue"/>
                </a:rPr>
                <a:t>From satellites </a:t>
              </a:r>
              <a:r>
                <a:rPr lang="en-US" sz="1700" b="0" i="0" u="none" strike="noStrike" cap="none">
                  <a:solidFill>
                    <a:srgbClr val="FFFFFF"/>
                  </a:solidFill>
                  <a:latin typeface="Helvetica Neue"/>
                  <a:ea typeface="Helvetica Neue"/>
                  <a:cs typeface="Helvetica Neue"/>
                  <a:sym typeface="Helvetica Neue"/>
                </a:rPr>
                <a:t>(several sources but a compilation on Google Earth Engine): MODIS, CHIRPS etc</a:t>
              </a:r>
              <a:endParaRPr sz="1500" b="0" i="0" u="none" strike="noStrike" cap="none">
                <a:solidFill>
                  <a:srgbClr val="FFFFFF"/>
                </a:solidFill>
                <a:latin typeface="Helvetica Neue"/>
                <a:ea typeface="Helvetica Neue"/>
                <a:cs typeface="Helvetica Neue"/>
                <a:sym typeface="Helvetica Neue"/>
              </a:endParaRPr>
            </a:p>
            <a:p>
              <a:pPr marL="0" marR="0" lvl="0" indent="0" algn="l" rtl="0">
                <a:lnSpc>
                  <a:spcPct val="100000"/>
                </a:lnSpc>
                <a:spcBef>
                  <a:spcPts val="0"/>
                </a:spcBef>
                <a:spcAft>
                  <a:spcPts val="0"/>
                </a:spcAft>
                <a:buClr>
                  <a:srgbClr val="FFFFFF"/>
                </a:buClr>
                <a:buSzPts val="1500"/>
                <a:buFont typeface="Helvetica Neue"/>
                <a:buNone/>
              </a:pPr>
              <a:endParaRPr sz="1500" b="0" i="0" u="none" strike="noStrike" cap="none">
                <a:solidFill>
                  <a:srgbClr val="FFFFFF"/>
                </a:solidFill>
                <a:latin typeface="Helvetica Neue"/>
                <a:ea typeface="Helvetica Neue"/>
                <a:cs typeface="Helvetica Neue"/>
                <a:sym typeface="Helvetica Neue"/>
              </a:endParaRPr>
            </a:p>
            <a:p>
              <a:pPr marL="259080" marR="0" lvl="1" indent="-259080" algn="l" rtl="0">
                <a:lnSpc>
                  <a:spcPct val="100000"/>
                </a:lnSpc>
                <a:spcBef>
                  <a:spcPts val="0"/>
                </a:spcBef>
                <a:spcAft>
                  <a:spcPts val="0"/>
                </a:spcAft>
                <a:buClr>
                  <a:srgbClr val="FFFFFF"/>
                </a:buClr>
                <a:buSzPts val="1700"/>
                <a:buFont typeface="Helvetica Neue"/>
                <a:buChar char="•"/>
              </a:pPr>
              <a:r>
                <a:rPr lang="en-US" sz="1700" b="1" i="0" u="none" strike="noStrike" cap="none">
                  <a:solidFill>
                    <a:srgbClr val="FFFFFF"/>
                  </a:solidFill>
                  <a:latin typeface="Helvetica Neue"/>
                  <a:ea typeface="Helvetica Neue"/>
                  <a:cs typeface="Helvetica Neue"/>
                  <a:sym typeface="Helvetica Neue"/>
                </a:rPr>
                <a:t>Local agencies </a:t>
              </a:r>
              <a:r>
                <a:rPr lang="en-US" sz="1500" b="0" i="0" u="none" strike="noStrike" cap="none">
                  <a:solidFill>
                    <a:srgbClr val="FFFFFF"/>
                  </a:solidFill>
                  <a:latin typeface="Helvetica Neue"/>
                  <a:ea typeface="Helvetica Neue"/>
                  <a:cs typeface="Helvetica Neue"/>
                  <a:sym typeface="Helvetica Neue"/>
                </a:rPr>
                <a:t>(Example: IDEAM)</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Clr>
                  <a:srgbClr val="FFFFFF"/>
                </a:buClr>
                <a:buSzPts val="1500"/>
                <a:buFont typeface="Helvetica Neue"/>
                <a:buNone/>
              </a:pPr>
              <a:endParaRPr sz="1500" b="0" i="0" u="none" strike="noStrike" cap="none">
                <a:solidFill>
                  <a:srgbClr val="FFFFFF"/>
                </a:solidFill>
                <a:latin typeface="Helvetica Neue"/>
                <a:ea typeface="Helvetica Neue"/>
                <a:cs typeface="Helvetica Neue"/>
                <a:sym typeface="Helvetica Neue"/>
              </a:endParaRPr>
            </a:p>
            <a:p>
              <a:pPr marL="0" marR="0" lvl="0" indent="0" algn="l" rtl="0">
                <a:lnSpc>
                  <a:spcPct val="100000"/>
                </a:lnSpc>
                <a:spcBef>
                  <a:spcPts val="0"/>
                </a:spcBef>
                <a:spcAft>
                  <a:spcPts val="0"/>
                </a:spcAft>
                <a:buClr>
                  <a:srgbClr val="FFFFFF"/>
                </a:buClr>
                <a:buSzPts val="1700"/>
                <a:buFont typeface="Helvetica Neue"/>
                <a:buNone/>
              </a:pPr>
              <a:r>
                <a:rPr lang="en-US" sz="1700" b="1" i="0" u="none" strike="noStrike" cap="none">
                  <a:solidFill>
                    <a:srgbClr val="FFFFFF"/>
                  </a:solidFill>
                  <a:latin typeface="Helvetica Neue"/>
                  <a:ea typeface="Helvetica Neue"/>
                  <a:cs typeface="Helvetica Neue"/>
                  <a:sym typeface="Helvetica Neue"/>
                </a:rPr>
                <a:t>Soil information</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Clr>
                  <a:srgbClr val="FFFFFF"/>
                </a:buClr>
                <a:buSzPts val="1700"/>
                <a:buFont typeface="Helvetica Neue"/>
                <a:buNone/>
              </a:pPr>
              <a:endParaRPr sz="1700" b="0" i="0" u="none" strike="noStrike" cap="none">
                <a:solidFill>
                  <a:srgbClr val="FFFFFF"/>
                </a:solidFill>
                <a:latin typeface="Helvetica Neue"/>
                <a:ea typeface="Helvetica Neue"/>
                <a:cs typeface="Helvetica Neue"/>
                <a:sym typeface="Helvetica Neue"/>
              </a:endParaRPr>
            </a:p>
            <a:p>
              <a:pPr marL="215616" marR="0" lvl="0" indent="-215616" algn="l" rtl="0">
                <a:lnSpc>
                  <a:spcPct val="100000"/>
                </a:lnSpc>
                <a:spcBef>
                  <a:spcPts val="0"/>
                </a:spcBef>
                <a:spcAft>
                  <a:spcPts val="0"/>
                </a:spcAft>
                <a:buClr>
                  <a:srgbClr val="FFFFFF"/>
                </a:buClr>
                <a:buSzPts val="1500"/>
                <a:buFont typeface="Helvetica Neue"/>
                <a:buChar char="•"/>
              </a:pPr>
              <a:r>
                <a:rPr lang="en-US" sz="1500" b="0" i="0" u="none" strike="noStrike" cap="none">
                  <a:solidFill>
                    <a:srgbClr val="FFFFFF"/>
                  </a:solidFill>
                  <a:latin typeface="Helvetica Neue"/>
                  <a:ea typeface="Helvetica Neue"/>
                  <a:cs typeface="Helvetica Neue"/>
                  <a:sym typeface="Helvetica Neue"/>
                </a:rPr>
                <a:t>SoilGrids.org</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Clr>
                  <a:srgbClr val="FFFFFF"/>
                </a:buClr>
                <a:buSzPts val="1500"/>
                <a:buFont typeface="Helvetica Neue"/>
                <a:buNone/>
              </a:pPr>
              <a:endParaRPr sz="1500" b="0" i="0" u="none" strike="noStrike" cap="none">
                <a:solidFill>
                  <a:srgbClr val="FFFFFF"/>
                </a:solidFill>
                <a:latin typeface="Helvetica Neue"/>
                <a:ea typeface="Helvetica Neue"/>
                <a:cs typeface="Helvetica Neue"/>
                <a:sym typeface="Helvetica Neue"/>
              </a:endParaRPr>
            </a:p>
            <a:p>
              <a:pPr marL="0" marR="0" lvl="0" indent="0" algn="l" rtl="0">
                <a:lnSpc>
                  <a:spcPct val="100000"/>
                </a:lnSpc>
                <a:spcBef>
                  <a:spcPts val="0"/>
                </a:spcBef>
                <a:spcAft>
                  <a:spcPts val="0"/>
                </a:spcAft>
                <a:buClr>
                  <a:srgbClr val="FFFFFF"/>
                </a:buClr>
                <a:buSzPts val="1700"/>
                <a:buFont typeface="Helvetica Neue"/>
                <a:buNone/>
              </a:pPr>
              <a:r>
                <a:rPr lang="en-US" sz="1700" b="1" i="0" u="none" strike="noStrike" cap="none">
                  <a:solidFill>
                    <a:srgbClr val="FFFFFF"/>
                  </a:solidFill>
                  <a:latin typeface="Helvetica Neue"/>
                  <a:ea typeface="Helvetica Neue"/>
                  <a:cs typeface="Helvetica Neue"/>
                  <a:sym typeface="Helvetica Neue"/>
                </a:rPr>
                <a:t>Vegetation/Topography</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Clr>
                  <a:srgbClr val="FFFFFF"/>
                </a:buClr>
                <a:buSzPts val="1700"/>
                <a:buFont typeface="Helvetica Neue"/>
                <a:buNone/>
              </a:pPr>
              <a:endParaRPr sz="1700" b="0" i="0" u="none" strike="noStrike" cap="none">
                <a:solidFill>
                  <a:srgbClr val="FFFFFF"/>
                </a:solidFill>
                <a:latin typeface="Helvetica Neue"/>
                <a:ea typeface="Helvetica Neue"/>
                <a:cs typeface="Helvetica Neue"/>
                <a:sym typeface="Helvetica Neue"/>
              </a:endParaRPr>
            </a:p>
            <a:p>
              <a:pPr marL="228600" marR="0" lvl="0" indent="-228600" algn="l" rtl="0">
                <a:lnSpc>
                  <a:spcPct val="100000"/>
                </a:lnSpc>
                <a:spcBef>
                  <a:spcPts val="0"/>
                </a:spcBef>
                <a:spcAft>
                  <a:spcPts val="0"/>
                </a:spcAft>
                <a:buClr>
                  <a:srgbClr val="FFFFFF"/>
                </a:buClr>
                <a:buSzPts val="1700"/>
                <a:buFont typeface="Helvetica Neue"/>
                <a:buChar char="•"/>
              </a:pPr>
              <a:r>
                <a:rPr lang="en-US" sz="1700" b="0" i="0" u="none" strike="noStrike" cap="none">
                  <a:solidFill>
                    <a:srgbClr val="FFFFFF"/>
                  </a:solidFill>
                  <a:latin typeface="Helvetica Neue"/>
                  <a:ea typeface="Helvetica Neue"/>
                  <a:cs typeface="Helvetica Neue"/>
                  <a:sym typeface="Helvetica Neue"/>
                </a:rPr>
                <a:t>Satellite based like NDVI &amp; EDVI available on GEE (from MODIS, LANDSAT etc)</a:t>
              </a:r>
              <a:endParaRPr sz="1400" b="0" i="0" u="none" strike="noStrike" cap="none">
                <a:solidFill>
                  <a:srgbClr val="000000"/>
                </a:solidFill>
                <a:latin typeface="Arial"/>
                <a:ea typeface="Arial"/>
                <a:cs typeface="Arial"/>
                <a:sym typeface="Arial"/>
              </a:endParaRPr>
            </a:p>
            <a:p>
              <a:pPr marL="416858" marR="0" lvl="0" indent="-308908" algn="l" rtl="0">
                <a:lnSpc>
                  <a:spcPct val="100000"/>
                </a:lnSpc>
                <a:spcBef>
                  <a:spcPts val="0"/>
                </a:spcBef>
                <a:spcAft>
                  <a:spcPts val="0"/>
                </a:spcAft>
                <a:buClr>
                  <a:srgbClr val="FFFFFF"/>
                </a:buClr>
                <a:buSzPts val="1700"/>
                <a:buFont typeface="Helvetica Neue"/>
                <a:buNone/>
              </a:pPr>
              <a:endParaRPr sz="1700" b="0" i="0" u="none" strike="noStrike" cap="none">
                <a:solidFill>
                  <a:srgbClr val="FFFFFF"/>
                </a:solidFill>
                <a:latin typeface="Helvetica Neue"/>
                <a:ea typeface="Helvetica Neue"/>
                <a:cs typeface="Helvetica Neue"/>
                <a:sym typeface="Helvetica Neue"/>
              </a:endParaRPr>
            </a:p>
            <a:p>
              <a:pPr marL="0" marR="0" lvl="0" indent="0" algn="l" rtl="0">
                <a:lnSpc>
                  <a:spcPct val="100000"/>
                </a:lnSpc>
                <a:spcBef>
                  <a:spcPts val="0"/>
                </a:spcBef>
                <a:spcAft>
                  <a:spcPts val="0"/>
                </a:spcAft>
                <a:buClr>
                  <a:srgbClr val="FFFFFF"/>
                </a:buClr>
                <a:buSzPts val="1700"/>
                <a:buFont typeface="Helvetica Neue"/>
                <a:buNone/>
              </a:pPr>
              <a:r>
                <a:rPr lang="en-US" sz="1700" b="1" i="0" u="none" strike="noStrike" cap="none">
                  <a:solidFill>
                    <a:srgbClr val="FFFFFF"/>
                  </a:solidFill>
                  <a:latin typeface="Helvetica Neue"/>
                  <a:ea typeface="Helvetica Neue"/>
                  <a:cs typeface="Helvetica Neue"/>
                  <a:sym typeface="Helvetica Neue"/>
                </a:rPr>
                <a:t>Others </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Clr>
                  <a:srgbClr val="FFFFFF"/>
                </a:buClr>
                <a:buSzPts val="1700"/>
                <a:buFont typeface="Helvetica Neue"/>
                <a:buNone/>
              </a:pPr>
              <a:endParaRPr sz="1700" b="0" i="0" u="none" strike="noStrike" cap="none">
                <a:solidFill>
                  <a:srgbClr val="FFFFFF"/>
                </a:solidFill>
                <a:latin typeface="Helvetica Neue"/>
                <a:ea typeface="Helvetica Neue"/>
                <a:cs typeface="Helvetica Neue"/>
                <a:sym typeface="Helvetica Neue"/>
              </a:endParaRPr>
            </a:p>
            <a:p>
              <a:pPr marL="0" marR="0" lvl="0" indent="0" algn="l" rtl="0">
                <a:lnSpc>
                  <a:spcPct val="100000"/>
                </a:lnSpc>
                <a:spcBef>
                  <a:spcPts val="0"/>
                </a:spcBef>
                <a:spcAft>
                  <a:spcPts val="0"/>
                </a:spcAft>
                <a:buClr>
                  <a:srgbClr val="FFFFFF"/>
                </a:buClr>
                <a:buSzPts val="1500"/>
                <a:buFont typeface="Helvetica Neue"/>
                <a:buNone/>
              </a:pPr>
              <a:r>
                <a:rPr lang="en-US" sz="1500" b="1" i="0" u="none" strike="noStrike" cap="none">
                  <a:solidFill>
                    <a:srgbClr val="FFFFFF"/>
                  </a:solidFill>
                  <a:latin typeface="Helvetica Neue"/>
                  <a:ea typeface="Helvetica Neue"/>
                  <a:cs typeface="Helvetica Neue"/>
                  <a:sym typeface="Helvetica Neue"/>
                </a:rPr>
                <a:t>EarthEnv: </a:t>
              </a:r>
              <a:r>
                <a:rPr lang="en-US" sz="1500" b="0" i="0" u="none" strike="noStrike" cap="none">
                  <a:solidFill>
                    <a:srgbClr val="FFFFFF"/>
                  </a:solidFill>
                  <a:latin typeface="Helvetica Neue"/>
                  <a:ea typeface="Helvetica Neue"/>
                  <a:cs typeface="Helvetica Neue"/>
                  <a:sym typeface="Helvetica Neue"/>
                </a:rPr>
                <a:t>clouds, habitat, topography, freshwater etc.</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Clr>
                  <a:srgbClr val="FFFFFF"/>
                </a:buClr>
                <a:buSzPts val="1500"/>
                <a:buFont typeface="Helvetica Neue"/>
                <a:buNone/>
              </a:pPr>
              <a:r>
                <a:rPr lang="en-US" sz="1500" b="1" i="0" u="none" strike="noStrike" cap="none">
                  <a:solidFill>
                    <a:srgbClr val="FFFFFF"/>
                  </a:solidFill>
                  <a:latin typeface="Helvetica Neue"/>
                  <a:ea typeface="Helvetica Neue"/>
                  <a:cs typeface="Helvetica Neue"/>
                  <a:sym typeface="Helvetica Neue"/>
                </a:rPr>
                <a:t>Marine:</a:t>
              </a:r>
              <a:r>
                <a:rPr lang="en-US" sz="1500" b="0" i="0" u="none" strike="noStrike" cap="none">
                  <a:solidFill>
                    <a:srgbClr val="FFFFFF"/>
                  </a:solidFill>
                  <a:latin typeface="Helvetica Neue"/>
                  <a:ea typeface="Helvetica Neue"/>
                  <a:cs typeface="Helvetica Neue"/>
                  <a:sym typeface="Helvetica Neue"/>
                </a:rPr>
                <a:t> Bio-Oracle, NOAA</a:t>
              </a:r>
              <a:endParaRPr sz="1700" b="0" i="0" u="none" strike="noStrike" cap="none">
                <a:solidFill>
                  <a:srgbClr val="FFFFFF"/>
                </a:solidFill>
                <a:latin typeface="Helvetica Neue"/>
                <a:ea typeface="Helvetica Neue"/>
                <a:cs typeface="Helvetica Neue"/>
                <a:sym typeface="Helvetica Neue"/>
              </a:endParaRPr>
            </a:p>
          </p:txBody>
        </p:sp>
        <p:pic>
          <p:nvPicPr>
            <p:cNvPr id="153" name="Google Shape;153;p5" descr="Climatic data to process… Climatic data to processFrom satellites (several sources but a compilation on Google Earth Engine): MODIS, CHIRPS etcLocal agencies (Example: IDEAM)Soil informationSoilGrids.orgVegetation/TopographySatellite based like NDVI &amp; EDVI available on GEE (from MODIS, LANDSAT etc)Others EarthEnv: clouds, habitat, topography, freshwater etc.Marine: Bio-Oracle, NOAA"/>
            <p:cNvPicPr preferRelativeResize="0"/>
            <p:nvPr/>
          </p:nvPicPr>
          <p:blipFill rotWithShape="1">
            <a:blip r:embed="rId8">
              <a:alphaModFix/>
            </a:blip>
            <a:srcRect/>
            <a:stretch/>
          </p:blipFill>
          <p:spPr>
            <a:xfrm>
              <a:off x="0" y="-1"/>
              <a:ext cx="5257800" cy="7011376"/>
            </a:xfrm>
            <a:prstGeom prst="rect">
              <a:avLst/>
            </a:prstGeom>
            <a:noFill/>
            <a:ln>
              <a:noFill/>
            </a:ln>
          </p:spPr>
        </p:pic>
      </p:grpSp>
      <p:sp>
        <p:nvSpPr>
          <p:cNvPr id="154" name="Google Shape;154;p5"/>
          <p:cNvSpPr txBox="1">
            <a:spLocks noGrp="1"/>
          </p:cNvSpPr>
          <p:nvPr>
            <p:ph type="title"/>
          </p:nvPr>
        </p:nvSpPr>
        <p:spPr>
          <a:xfrm>
            <a:off x="479168" y="450732"/>
            <a:ext cx="11718000" cy="1126800"/>
          </a:xfrm>
          <a:prstGeom prst="rect">
            <a:avLst/>
          </a:prstGeom>
          <a:noFill/>
          <a:ln>
            <a:noFill/>
          </a:ln>
        </p:spPr>
        <p:txBody>
          <a:bodyPr spcFirstLastPara="1" wrap="square" lIns="27075" tIns="27075" rIns="27075" bIns="27075" anchor="t" anchorCtr="0">
            <a:normAutofit/>
          </a:bodyPr>
          <a:lstStyle/>
          <a:p>
            <a:pPr marL="0" lvl="0" indent="0" algn="l" rtl="0">
              <a:lnSpc>
                <a:spcPct val="80000"/>
              </a:lnSpc>
              <a:spcBef>
                <a:spcPts val="0"/>
              </a:spcBef>
              <a:spcAft>
                <a:spcPts val="0"/>
              </a:spcAft>
              <a:buClr>
                <a:srgbClr val="FFFFFF"/>
              </a:buClr>
              <a:buSzPts val="4800"/>
              <a:buFont typeface="Helvetica Neue"/>
              <a:buNone/>
            </a:pPr>
            <a:r>
              <a:rPr lang="en-US"/>
              <a:t>Abiotic data</a:t>
            </a:r>
            <a:endParaRPr i="1"/>
          </a:p>
        </p:txBody>
      </p:sp>
      <p:pic>
        <p:nvPicPr>
          <p:cNvPr id="155" name="Google Shape;155;p5"/>
          <p:cNvPicPr preferRelativeResize="0"/>
          <p:nvPr/>
        </p:nvPicPr>
        <p:blipFill>
          <a:blip r:embed="rId9">
            <a:alphaModFix/>
          </a:blip>
          <a:stretch>
            <a:fillRect/>
          </a:stretch>
        </p:blipFill>
        <p:spPr>
          <a:xfrm>
            <a:off x="7926250" y="142825"/>
            <a:ext cx="3800550" cy="1931825"/>
          </a:xfrm>
          <a:prstGeom prst="rect">
            <a:avLst/>
          </a:prstGeom>
          <a:noFill/>
          <a:ln>
            <a:noFill/>
          </a:ln>
        </p:spPr>
      </p:pic>
      <p:sp>
        <p:nvSpPr>
          <p:cNvPr id="156" name="Google Shape;156;p5"/>
          <p:cNvSpPr txBox="1"/>
          <p:nvPr/>
        </p:nvSpPr>
        <p:spPr>
          <a:xfrm>
            <a:off x="8079175" y="1998000"/>
            <a:ext cx="3494700" cy="205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1700">
                <a:solidFill>
                  <a:srgbClr val="FFFFFF"/>
                </a:solidFill>
                <a:latin typeface="Helvetica Neue"/>
                <a:ea typeface="Helvetica Neue"/>
                <a:cs typeface="Helvetica Neue"/>
                <a:sym typeface="Helvetica Neue"/>
              </a:rPr>
              <a:t>global representation of bioclim01</a:t>
            </a:r>
            <a:endParaRPr sz="1700">
              <a:solidFill>
                <a:srgbClr val="FFFFFF"/>
              </a:solidFill>
              <a:latin typeface="Helvetica Neue"/>
              <a:ea typeface="Helvetica Neue"/>
              <a:cs typeface="Helvetica Neue"/>
              <a:sym typeface="Helvetica Neue"/>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60"/>
        <p:cNvGrpSpPr/>
        <p:nvPr/>
      </p:nvGrpSpPr>
      <p:grpSpPr>
        <a:xfrm>
          <a:off x="0" y="0"/>
          <a:ext cx="0" cy="0"/>
          <a:chOff x="0" y="0"/>
          <a:chExt cx="0" cy="0"/>
        </a:xfrm>
      </p:grpSpPr>
      <p:sp>
        <p:nvSpPr>
          <p:cNvPr id="161" name="Google Shape;161;p6"/>
          <p:cNvSpPr txBox="1">
            <a:spLocks noGrp="1"/>
          </p:cNvSpPr>
          <p:nvPr>
            <p:ph type="body" idx="2"/>
          </p:nvPr>
        </p:nvSpPr>
        <p:spPr>
          <a:xfrm>
            <a:off x="175227" y="2823525"/>
            <a:ext cx="12543300" cy="6042300"/>
          </a:xfrm>
          <a:prstGeom prst="rect">
            <a:avLst/>
          </a:prstGeom>
          <a:noFill/>
          <a:ln>
            <a:noFill/>
          </a:ln>
        </p:spPr>
        <p:txBody>
          <a:bodyPr spcFirstLastPara="1" wrap="square" lIns="27075" tIns="27075" rIns="27075" bIns="27075" anchor="t" anchorCtr="0">
            <a:normAutofit/>
          </a:bodyPr>
          <a:lstStyle/>
          <a:p>
            <a:pPr marL="358393" lvl="0" indent="-358393" algn="l" rtl="0">
              <a:lnSpc>
                <a:spcPct val="100000"/>
              </a:lnSpc>
              <a:spcBef>
                <a:spcPts val="0"/>
              </a:spcBef>
              <a:spcAft>
                <a:spcPts val="0"/>
              </a:spcAft>
              <a:buClr>
                <a:srgbClr val="FFFFFF"/>
              </a:buClr>
              <a:buSzPts val="3444"/>
              <a:buFont typeface="Helvetica Neue"/>
              <a:buChar char="•"/>
            </a:pPr>
            <a:r>
              <a:rPr lang="en-US"/>
              <a:t>If you know the area: Do the variables make sense? (For example: what if you see a mean temperature of 30 degrees at 3000m/10000ft?)</a:t>
            </a:r>
            <a:endParaRPr/>
          </a:p>
          <a:p>
            <a:pPr marL="358393" lvl="0" indent="-358393" algn="l" rtl="0">
              <a:lnSpc>
                <a:spcPct val="100000"/>
              </a:lnSpc>
              <a:spcBef>
                <a:spcPts val="1000"/>
              </a:spcBef>
              <a:spcAft>
                <a:spcPts val="0"/>
              </a:spcAft>
              <a:buClr>
                <a:srgbClr val="FFFFFF"/>
              </a:buClr>
              <a:buSzPts val="3444"/>
              <a:buFont typeface="Helvetica Neue"/>
              <a:buChar char="•"/>
            </a:pPr>
            <a:r>
              <a:rPr lang="en-US"/>
              <a:t>If you do not know the area is there any available data for “ground truthing”? (local weather or land cover data for example)</a:t>
            </a:r>
            <a:endParaRPr/>
          </a:p>
          <a:p>
            <a:pPr marL="358393" lvl="0" indent="-358393" algn="l" rtl="0">
              <a:lnSpc>
                <a:spcPct val="100000"/>
              </a:lnSpc>
              <a:spcBef>
                <a:spcPts val="1000"/>
              </a:spcBef>
              <a:spcAft>
                <a:spcPts val="0"/>
              </a:spcAft>
              <a:buClr>
                <a:srgbClr val="FFFFFF"/>
              </a:buClr>
              <a:buSzPts val="3444"/>
              <a:buFont typeface="Helvetica Neue"/>
              <a:buChar char="•"/>
            </a:pPr>
            <a:r>
              <a:rPr lang="en-US"/>
              <a:t>If you have multiple datasets, are they all explaining different information?</a:t>
            </a:r>
            <a:endParaRPr/>
          </a:p>
          <a:p>
            <a:pPr marL="358392" lvl="0" indent="-358392" algn="l" rtl="0">
              <a:lnSpc>
                <a:spcPct val="100000"/>
              </a:lnSpc>
              <a:spcBef>
                <a:spcPts val="1000"/>
              </a:spcBef>
              <a:spcAft>
                <a:spcPts val="0"/>
              </a:spcAft>
              <a:buClr>
                <a:srgbClr val="FFFFFF"/>
              </a:buClr>
              <a:buSzPts val="3444"/>
              <a:buFont typeface="Helvetica Neue"/>
              <a:buChar char="•"/>
            </a:pPr>
            <a:r>
              <a:rPr lang="en-US"/>
              <a:t>For climate projections, GCM_compareR provides a good shiny app for comparison [</a:t>
            </a:r>
            <a:r>
              <a:rPr lang="en-US" sz="2000">
                <a:solidFill>
                  <a:schemeClr val="lt1"/>
                </a:solidFill>
              </a:rPr>
              <a:t>https://github.com/marquetlab/GCM_compareR]</a:t>
            </a:r>
            <a:endParaRPr/>
          </a:p>
        </p:txBody>
      </p:sp>
      <p:sp>
        <p:nvSpPr>
          <p:cNvPr id="162" name="Google Shape;162;p6"/>
          <p:cNvSpPr txBox="1">
            <a:spLocks noGrp="1"/>
          </p:cNvSpPr>
          <p:nvPr>
            <p:ph type="title"/>
          </p:nvPr>
        </p:nvSpPr>
        <p:spPr>
          <a:xfrm>
            <a:off x="479168" y="450732"/>
            <a:ext cx="11717868" cy="1126817"/>
          </a:xfrm>
          <a:prstGeom prst="rect">
            <a:avLst/>
          </a:prstGeom>
          <a:noFill/>
          <a:ln>
            <a:noFill/>
          </a:ln>
        </p:spPr>
        <p:txBody>
          <a:bodyPr spcFirstLastPara="1" wrap="square" lIns="27075" tIns="27075" rIns="27075" bIns="27075" anchor="t" anchorCtr="0">
            <a:normAutofit/>
          </a:bodyPr>
          <a:lstStyle/>
          <a:p>
            <a:pPr marL="0" lvl="0" indent="0" algn="l" rtl="0">
              <a:lnSpc>
                <a:spcPct val="80000"/>
              </a:lnSpc>
              <a:spcBef>
                <a:spcPts val="0"/>
              </a:spcBef>
              <a:spcAft>
                <a:spcPts val="0"/>
              </a:spcAft>
              <a:buClr>
                <a:srgbClr val="FFFFFF"/>
              </a:buClr>
              <a:buSzPts val="4800"/>
              <a:buFont typeface="Helvetica Neue"/>
              <a:buNone/>
            </a:pPr>
            <a:r>
              <a:rPr lang="en-US"/>
              <a:t>Abiotic data</a:t>
            </a:r>
            <a:endParaRPr i="1"/>
          </a:p>
        </p:txBody>
      </p:sp>
      <p:sp>
        <p:nvSpPr>
          <p:cNvPr id="163" name="Google Shape;163;p6"/>
          <p:cNvSpPr txBox="1"/>
          <p:nvPr/>
        </p:nvSpPr>
        <p:spPr>
          <a:xfrm>
            <a:off x="479168" y="1343232"/>
            <a:ext cx="11718000" cy="498600"/>
          </a:xfrm>
          <a:prstGeom prst="rect">
            <a:avLst/>
          </a:prstGeom>
          <a:noFill/>
          <a:ln>
            <a:noFill/>
          </a:ln>
        </p:spPr>
        <p:txBody>
          <a:bodyPr spcFirstLastPara="1" wrap="square" lIns="24375" tIns="24375" rIns="24375" bIns="24375" anchor="t" anchorCtr="0">
            <a:normAutofit lnSpcReduction="10000"/>
          </a:bodyPr>
          <a:lstStyle/>
          <a:p>
            <a:pPr marL="0" marR="0" lvl="0" indent="0" algn="l" rtl="0">
              <a:lnSpc>
                <a:spcPct val="100000"/>
              </a:lnSpc>
              <a:spcBef>
                <a:spcPts val="0"/>
              </a:spcBef>
              <a:spcAft>
                <a:spcPts val="0"/>
              </a:spcAft>
              <a:buClr>
                <a:srgbClr val="FFFFFF"/>
              </a:buClr>
              <a:buSzPts val="2964"/>
              <a:buFont typeface="Helvetica Neue"/>
              <a:buNone/>
            </a:pPr>
            <a:r>
              <a:rPr lang="en-US" sz="2964" b="1" i="0" u="none" strike="noStrike" cap="none">
                <a:solidFill>
                  <a:srgbClr val="FFFFFF"/>
                </a:solidFill>
                <a:latin typeface="Helvetica Neue"/>
                <a:ea typeface="Helvetica Neue"/>
                <a:cs typeface="Helvetica Neue"/>
                <a:sym typeface="Helvetica Neue"/>
              </a:rPr>
              <a:t>Data quality</a:t>
            </a:r>
            <a:endParaRPr sz="2964" b="1" i="1" u="none" strike="noStrike" cap="none">
              <a:solidFill>
                <a:srgbClr val="FFFFFF"/>
              </a:solidFill>
              <a:latin typeface="Helvetica Neue"/>
              <a:ea typeface="Helvetica Neue"/>
              <a:cs typeface="Helvetica Neue"/>
              <a:sym typeface="Helvetica Neue"/>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67"/>
        <p:cNvGrpSpPr/>
        <p:nvPr/>
      </p:nvGrpSpPr>
      <p:grpSpPr>
        <a:xfrm>
          <a:off x="0" y="0"/>
          <a:ext cx="0" cy="0"/>
          <a:chOff x="0" y="0"/>
          <a:chExt cx="0" cy="0"/>
        </a:xfrm>
      </p:grpSpPr>
      <p:pic>
        <p:nvPicPr>
          <p:cNvPr id="168" name="Google Shape;168;p7" descr="droppedImage.pdf"/>
          <p:cNvPicPr preferRelativeResize="0"/>
          <p:nvPr/>
        </p:nvPicPr>
        <p:blipFill rotWithShape="1">
          <a:blip r:embed="rId3">
            <a:alphaModFix/>
          </a:blip>
          <a:srcRect l="-7009" t="-3499" b="-3508"/>
          <a:stretch/>
        </p:blipFill>
        <p:spPr>
          <a:xfrm>
            <a:off x="8534951" y="5966861"/>
            <a:ext cx="2854776" cy="3148675"/>
          </a:xfrm>
          <a:prstGeom prst="rect">
            <a:avLst/>
          </a:prstGeom>
          <a:noFill/>
          <a:ln>
            <a:noFill/>
          </a:ln>
        </p:spPr>
      </p:pic>
      <p:pic>
        <p:nvPicPr>
          <p:cNvPr id="169" name="Google Shape;169;p7" descr="droppedImage.pdf"/>
          <p:cNvPicPr preferRelativeResize="0"/>
          <p:nvPr/>
        </p:nvPicPr>
        <p:blipFill rotWithShape="1">
          <a:blip r:embed="rId4">
            <a:alphaModFix/>
          </a:blip>
          <a:srcRect/>
          <a:stretch/>
        </p:blipFill>
        <p:spPr>
          <a:xfrm>
            <a:off x="1686875" y="5779525"/>
            <a:ext cx="1999650" cy="3432726"/>
          </a:xfrm>
          <a:prstGeom prst="rect">
            <a:avLst/>
          </a:prstGeom>
          <a:noFill/>
          <a:ln>
            <a:noFill/>
          </a:ln>
        </p:spPr>
      </p:pic>
      <p:sp>
        <p:nvSpPr>
          <p:cNvPr id="170" name="Google Shape;170;p7"/>
          <p:cNvSpPr txBox="1"/>
          <p:nvPr/>
        </p:nvSpPr>
        <p:spPr>
          <a:xfrm>
            <a:off x="563775" y="2033675"/>
            <a:ext cx="12253500" cy="2824200"/>
          </a:xfrm>
          <a:prstGeom prst="rect">
            <a:avLst/>
          </a:prstGeom>
          <a:noFill/>
          <a:ln>
            <a:noFill/>
          </a:ln>
        </p:spPr>
        <p:txBody>
          <a:bodyPr spcFirstLastPara="1" wrap="square" lIns="50800" tIns="50800" rIns="50800" bIns="50800" anchor="t" anchorCtr="0">
            <a:noAutofit/>
          </a:bodyPr>
          <a:lstStyle/>
          <a:p>
            <a:pPr marL="276957" marR="0" lvl="0" indent="-276957" algn="l" rtl="0">
              <a:lnSpc>
                <a:spcPct val="100000"/>
              </a:lnSpc>
              <a:spcBef>
                <a:spcPts val="0"/>
              </a:spcBef>
              <a:spcAft>
                <a:spcPts val="0"/>
              </a:spcAft>
              <a:buClr>
                <a:srgbClr val="FFFFFF"/>
              </a:buClr>
              <a:buSzPts val="2700"/>
              <a:buFont typeface="Helvetica Neue"/>
              <a:buChar char="•"/>
            </a:pPr>
            <a:r>
              <a:rPr lang="en-US" sz="2700" b="0" i="0" u="none" strike="noStrike" cap="none">
                <a:solidFill>
                  <a:srgbClr val="FFFFFF"/>
                </a:solidFill>
                <a:latin typeface="Helvetica Neue"/>
                <a:ea typeface="Helvetica Neue"/>
                <a:cs typeface="Helvetica Neue"/>
                <a:sym typeface="Helvetica Neue"/>
              </a:rPr>
              <a:t>Environmental predictor variables can be highly correlated</a:t>
            </a:r>
            <a:endParaRPr sz="2700" b="0" i="0" u="none" strike="noStrike" cap="none">
              <a:solidFill>
                <a:srgbClr val="FFFFFF"/>
              </a:solidFill>
              <a:latin typeface="Helvetica Neue"/>
              <a:ea typeface="Helvetica Neue"/>
              <a:cs typeface="Helvetica Neue"/>
              <a:sym typeface="Helvetica Neue"/>
            </a:endParaRPr>
          </a:p>
          <a:p>
            <a:pPr marL="276957" marR="0" lvl="0" indent="-276957" algn="l" rtl="0">
              <a:lnSpc>
                <a:spcPct val="100000"/>
              </a:lnSpc>
              <a:spcBef>
                <a:spcPts val="300"/>
              </a:spcBef>
              <a:spcAft>
                <a:spcPts val="0"/>
              </a:spcAft>
              <a:buClr>
                <a:srgbClr val="FFFFFF"/>
              </a:buClr>
              <a:buSzPts val="2700"/>
              <a:buFont typeface="Helvetica Neue"/>
              <a:buChar char="•"/>
            </a:pPr>
            <a:r>
              <a:rPr lang="en-US" sz="2700" b="0" i="0" u="none" strike="noStrike" cap="none">
                <a:solidFill>
                  <a:srgbClr val="FFFFFF"/>
                </a:solidFill>
                <a:latin typeface="Helvetica Neue"/>
                <a:ea typeface="Helvetica Neue"/>
                <a:cs typeface="Helvetica Neue"/>
                <a:sym typeface="Helvetica Neue"/>
              </a:rPr>
              <a:t>More or less problematic depending on algorithm and question</a:t>
            </a:r>
            <a:endParaRPr sz="2700" b="0" i="0" u="none" strike="noStrike" cap="none">
              <a:solidFill>
                <a:srgbClr val="FFFFFF"/>
              </a:solidFill>
              <a:latin typeface="Helvetica Neue"/>
              <a:ea typeface="Helvetica Neue"/>
              <a:cs typeface="Helvetica Neue"/>
              <a:sym typeface="Helvetica Neue"/>
            </a:endParaRPr>
          </a:p>
          <a:p>
            <a:pPr marL="276957" marR="0" lvl="0" indent="-276957" algn="l" rtl="0">
              <a:lnSpc>
                <a:spcPct val="100000"/>
              </a:lnSpc>
              <a:spcBef>
                <a:spcPts val="300"/>
              </a:spcBef>
              <a:spcAft>
                <a:spcPts val="0"/>
              </a:spcAft>
              <a:buClr>
                <a:srgbClr val="FFFFFF"/>
              </a:buClr>
              <a:buSzPts val="2700"/>
              <a:buFont typeface="Helvetica Neue"/>
              <a:buChar char="•"/>
            </a:pPr>
            <a:r>
              <a:rPr lang="en-US" sz="2700" b="0" i="0" u="none" strike="noStrike" cap="none">
                <a:solidFill>
                  <a:srgbClr val="FFFFFF"/>
                </a:solidFill>
                <a:latin typeface="Helvetica Neue"/>
                <a:ea typeface="Helvetica Neue"/>
                <a:cs typeface="Helvetica Neue"/>
                <a:sym typeface="Helvetica Neue"/>
              </a:rPr>
              <a:t>E.g., variable importance interpretation is affected by correlations</a:t>
            </a:r>
            <a:endParaRPr sz="2700" b="0" i="0" u="none" strike="noStrike" cap="none">
              <a:solidFill>
                <a:srgbClr val="FFFFFF"/>
              </a:solidFill>
              <a:latin typeface="Helvetica Neue"/>
              <a:ea typeface="Helvetica Neue"/>
              <a:cs typeface="Helvetica Neue"/>
              <a:sym typeface="Helvetica Neue"/>
            </a:endParaRPr>
          </a:p>
          <a:p>
            <a:pPr marL="276956" marR="0" lvl="0" indent="-276956" algn="l" rtl="0">
              <a:lnSpc>
                <a:spcPct val="100000"/>
              </a:lnSpc>
              <a:spcBef>
                <a:spcPts val="300"/>
              </a:spcBef>
              <a:spcAft>
                <a:spcPts val="0"/>
              </a:spcAft>
              <a:buClr>
                <a:srgbClr val="FFFFFF"/>
              </a:buClr>
              <a:buSzPts val="2700"/>
              <a:buFont typeface="Helvetica Neue"/>
              <a:buChar char="•"/>
            </a:pPr>
            <a:r>
              <a:rPr lang="en-US" sz="2700" b="0" i="0" u="none" strike="noStrike" cap="none">
                <a:solidFill>
                  <a:srgbClr val="FFFFFF"/>
                </a:solidFill>
                <a:latin typeface="Helvetica Neue"/>
                <a:ea typeface="Helvetica Neue"/>
                <a:cs typeface="Helvetica Neue"/>
                <a:sym typeface="Helvetica Neue"/>
              </a:rPr>
              <a:t>Some alternatives:</a:t>
            </a:r>
            <a:endParaRPr sz="2700" b="0" i="0" u="none" strike="noStrike" cap="none">
              <a:solidFill>
                <a:srgbClr val="FFFFFF"/>
              </a:solidFill>
              <a:latin typeface="Helvetica Neue"/>
              <a:ea typeface="Helvetica Neue"/>
              <a:cs typeface="Helvetica Neue"/>
              <a:sym typeface="Helvetica Neue"/>
            </a:endParaRPr>
          </a:p>
          <a:p>
            <a:pPr marL="1371600" marR="0" lvl="2" indent="-400050" algn="l" rtl="0">
              <a:lnSpc>
                <a:spcPct val="100000"/>
              </a:lnSpc>
              <a:spcBef>
                <a:spcPts val="300"/>
              </a:spcBef>
              <a:spcAft>
                <a:spcPts val="0"/>
              </a:spcAft>
              <a:buClr>
                <a:srgbClr val="FFFFFF"/>
              </a:buClr>
              <a:buSzPts val="2700"/>
              <a:buFont typeface="Helvetica Neue"/>
              <a:buChar char="■"/>
            </a:pPr>
            <a:r>
              <a:rPr lang="en-US" sz="2700" b="0" i="0" u="none" strike="noStrike" cap="none">
                <a:solidFill>
                  <a:srgbClr val="FFFFFF"/>
                </a:solidFill>
                <a:latin typeface="Helvetica Neue"/>
                <a:ea typeface="Helvetica Neue"/>
                <a:cs typeface="Helvetica Neue"/>
                <a:sym typeface="Helvetica Neue"/>
              </a:rPr>
              <a:t>Use algorithm tuning  </a:t>
            </a:r>
            <a:endParaRPr sz="2700" b="0" i="0" u="none" strike="noStrike" cap="none">
              <a:solidFill>
                <a:srgbClr val="FFFFFF"/>
              </a:solidFill>
              <a:latin typeface="Helvetica Neue"/>
              <a:ea typeface="Helvetica Neue"/>
              <a:cs typeface="Helvetica Neue"/>
              <a:sym typeface="Helvetica Neue"/>
            </a:endParaRPr>
          </a:p>
          <a:p>
            <a:pPr marL="1371600" marR="0" lvl="2" indent="-400050" algn="l" rtl="0">
              <a:lnSpc>
                <a:spcPct val="100000"/>
              </a:lnSpc>
              <a:spcBef>
                <a:spcPts val="300"/>
              </a:spcBef>
              <a:spcAft>
                <a:spcPts val="0"/>
              </a:spcAft>
              <a:buClr>
                <a:srgbClr val="FFFFFF"/>
              </a:buClr>
              <a:buSzPts val="2700"/>
              <a:buFont typeface="Helvetica Neue"/>
              <a:buChar char="■"/>
            </a:pPr>
            <a:r>
              <a:rPr lang="en-US" sz="2700" b="0" i="0" u="none" strike="noStrike" cap="none">
                <a:solidFill>
                  <a:srgbClr val="FFFFFF"/>
                </a:solidFill>
                <a:latin typeface="Helvetica Neue"/>
                <a:ea typeface="Helvetica Neue"/>
                <a:cs typeface="Helvetica Neue"/>
                <a:sym typeface="Helvetica Neue"/>
              </a:rPr>
              <a:t>Use biologically relevant variables</a:t>
            </a:r>
            <a:endParaRPr sz="2700" b="0" i="0" u="none" strike="noStrike" cap="none">
              <a:solidFill>
                <a:srgbClr val="FFFFFF"/>
              </a:solidFill>
              <a:latin typeface="Helvetica Neue"/>
              <a:ea typeface="Helvetica Neue"/>
              <a:cs typeface="Helvetica Neue"/>
              <a:sym typeface="Helvetica Neue"/>
            </a:endParaRPr>
          </a:p>
          <a:p>
            <a:pPr marL="1371600" marR="0" lvl="2" indent="-400050" algn="l" rtl="0">
              <a:lnSpc>
                <a:spcPct val="100000"/>
              </a:lnSpc>
              <a:spcBef>
                <a:spcPts val="300"/>
              </a:spcBef>
              <a:spcAft>
                <a:spcPts val="0"/>
              </a:spcAft>
              <a:buClr>
                <a:srgbClr val="FFFFFF"/>
              </a:buClr>
              <a:buSzPts val="2700"/>
              <a:buFont typeface="Helvetica Neue"/>
              <a:buChar char="■"/>
            </a:pPr>
            <a:r>
              <a:rPr lang="en-US" sz="2700" b="0" i="0" u="none" strike="noStrike" cap="none">
                <a:solidFill>
                  <a:srgbClr val="FFFFFF"/>
                </a:solidFill>
                <a:latin typeface="Helvetica Neue"/>
                <a:ea typeface="Helvetica Neue"/>
                <a:cs typeface="Helvetica Neue"/>
                <a:sym typeface="Helvetica Neue"/>
              </a:rPr>
              <a:t> Reduce variable number with correlation analysis</a:t>
            </a:r>
            <a:endParaRPr sz="2700" b="0" i="0" u="none" strike="noStrike" cap="none">
              <a:solidFill>
                <a:srgbClr val="000000"/>
              </a:solidFill>
              <a:latin typeface="Arial"/>
              <a:ea typeface="Arial"/>
              <a:cs typeface="Arial"/>
              <a:sym typeface="Arial"/>
            </a:endParaRPr>
          </a:p>
        </p:txBody>
      </p:sp>
      <p:sp>
        <p:nvSpPr>
          <p:cNvPr id="171" name="Google Shape;171;p7"/>
          <p:cNvSpPr txBox="1"/>
          <p:nvPr/>
        </p:nvSpPr>
        <p:spPr>
          <a:xfrm>
            <a:off x="479175" y="1265625"/>
            <a:ext cx="12422700" cy="498600"/>
          </a:xfrm>
          <a:prstGeom prst="rect">
            <a:avLst/>
          </a:prstGeom>
          <a:noFill/>
          <a:ln>
            <a:noFill/>
          </a:ln>
        </p:spPr>
        <p:txBody>
          <a:bodyPr spcFirstLastPara="1" wrap="square" lIns="24375" tIns="24375" rIns="24375" bIns="24375" anchor="t" anchorCtr="0">
            <a:normAutofit/>
          </a:bodyPr>
          <a:lstStyle/>
          <a:p>
            <a:pPr marL="0" marR="0" lvl="0" indent="0" algn="l" rtl="0">
              <a:lnSpc>
                <a:spcPct val="100000"/>
              </a:lnSpc>
              <a:spcBef>
                <a:spcPts val="0"/>
              </a:spcBef>
              <a:spcAft>
                <a:spcPts val="0"/>
              </a:spcAft>
              <a:buClr>
                <a:srgbClr val="FFFFFF"/>
              </a:buClr>
              <a:buSzPts val="2600"/>
              <a:buFont typeface="Helvetica Neue"/>
              <a:buNone/>
            </a:pPr>
            <a:r>
              <a:rPr lang="en-US" sz="2600" b="0" i="0" u="none" strike="noStrike" cap="none">
                <a:solidFill>
                  <a:srgbClr val="FFFFFF"/>
                </a:solidFill>
                <a:latin typeface="Helvetica Neue"/>
                <a:ea typeface="Helvetica Neue"/>
                <a:cs typeface="Helvetica Neue"/>
                <a:sym typeface="Helvetica Neue"/>
              </a:rPr>
              <a:t>How to pick?</a:t>
            </a:r>
            <a:endParaRPr sz="1400" b="0" i="0" u="none" strike="noStrike" cap="none">
              <a:solidFill>
                <a:srgbClr val="000000"/>
              </a:solidFill>
              <a:latin typeface="Arial"/>
              <a:ea typeface="Arial"/>
              <a:cs typeface="Arial"/>
              <a:sym typeface="Arial"/>
            </a:endParaRPr>
          </a:p>
        </p:txBody>
      </p:sp>
      <p:sp>
        <p:nvSpPr>
          <p:cNvPr id="172" name="Google Shape;172;p7"/>
          <p:cNvSpPr txBox="1">
            <a:spLocks noGrp="1"/>
          </p:cNvSpPr>
          <p:nvPr>
            <p:ph type="title"/>
          </p:nvPr>
        </p:nvSpPr>
        <p:spPr>
          <a:xfrm>
            <a:off x="479168" y="450732"/>
            <a:ext cx="11718000" cy="1126800"/>
          </a:xfrm>
          <a:prstGeom prst="rect">
            <a:avLst/>
          </a:prstGeom>
          <a:noFill/>
          <a:ln>
            <a:noFill/>
          </a:ln>
        </p:spPr>
        <p:txBody>
          <a:bodyPr spcFirstLastPara="1" wrap="square" lIns="27075" tIns="27075" rIns="27075" bIns="27075" anchor="t" anchorCtr="0">
            <a:normAutofit/>
          </a:bodyPr>
          <a:lstStyle/>
          <a:p>
            <a:pPr marL="0" lvl="0" indent="0" algn="l" rtl="0">
              <a:lnSpc>
                <a:spcPct val="80000"/>
              </a:lnSpc>
              <a:spcBef>
                <a:spcPts val="0"/>
              </a:spcBef>
              <a:spcAft>
                <a:spcPts val="0"/>
              </a:spcAft>
              <a:buClr>
                <a:srgbClr val="FFFFFF"/>
              </a:buClr>
              <a:buSzPts val="4800"/>
              <a:buFont typeface="Helvetica Neue"/>
              <a:buNone/>
            </a:pPr>
            <a:r>
              <a:rPr lang="en-US"/>
              <a:t>Abiotic data</a:t>
            </a:r>
            <a:endParaRPr i="1"/>
          </a:p>
        </p:txBody>
      </p:sp>
      <p:cxnSp>
        <p:nvCxnSpPr>
          <p:cNvPr id="173" name="Google Shape;173;p7"/>
          <p:cNvCxnSpPr/>
          <p:nvPr/>
        </p:nvCxnSpPr>
        <p:spPr>
          <a:xfrm rot="10800000" flipH="1">
            <a:off x="4472158" y="7616778"/>
            <a:ext cx="3568800" cy="49800"/>
          </a:xfrm>
          <a:prstGeom prst="straightConnector1">
            <a:avLst/>
          </a:prstGeom>
          <a:noFill/>
          <a:ln w="76200" cap="flat" cmpd="sng">
            <a:solidFill>
              <a:srgbClr val="FFFFFF"/>
            </a:solidFill>
            <a:prstDash val="solid"/>
            <a:miter lim="400000"/>
            <a:headEnd type="none" w="sm" len="sm"/>
            <a:tailEnd type="triangle" w="med" len="med"/>
          </a:ln>
        </p:spPr>
      </p:cxn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77"/>
        <p:cNvGrpSpPr/>
        <p:nvPr/>
      </p:nvGrpSpPr>
      <p:grpSpPr>
        <a:xfrm>
          <a:off x="0" y="0"/>
          <a:ext cx="0" cy="0"/>
          <a:chOff x="0" y="0"/>
          <a:chExt cx="0" cy="0"/>
        </a:xfrm>
      </p:grpSpPr>
      <p:sp>
        <p:nvSpPr>
          <p:cNvPr id="178" name="Google Shape;178;p8"/>
          <p:cNvSpPr txBox="1"/>
          <p:nvPr/>
        </p:nvSpPr>
        <p:spPr>
          <a:xfrm>
            <a:off x="0" y="2316575"/>
            <a:ext cx="12744900" cy="7018200"/>
          </a:xfrm>
          <a:prstGeom prst="rect">
            <a:avLst/>
          </a:prstGeom>
          <a:noFill/>
          <a:ln>
            <a:noFill/>
          </a:ln>
        </p:spPr>
        <p:txBody>
          <a:bodyPr spcFirstLastPara="1" wrap="square" lIns="50800" tIns="50800" rIns="50800" bIns="50800" anchor="t" anchorCtr="0">
            <a:noAutofit/>
          </a:bodyPr>
          <a:lstStyle/>
          <a:p>
            <a:pPr marL="276957" marR="0" lvl="0" indent="-276957" algn="l" rtl="0">
              <a:lnSpc>
                <a:spcPct val="100000"/>
              </a:lnSpc>
              <a:spcBef>
                <a:spcPts val="0"/>
              </a:spcBef>
              <a:spcAft>
                <a:spcPts val="0"/>
              </a:spcAft>
              <a:buClr>
                <a:srgbClr val="FFFFFF"/>
              </a:buClr>
              <a:buSzPts val="2800"/>
              <a:buFont typeface="Helvetica Neue"/>
              <a:buChar char="•"/>
            </a:pPr>
            <a:r>
              <a:rPr lang="en-US" sz="2800" b="0" i="0" u="none" strike="noStrike" cap="none">
                <a:solidFill>
                  <a:srgbClr val="FFFFFF"/>
                </a:solidFill>
                <a:latin typeface="Helvetica Neue"/>
                <a:ea typeface="Helvetica Neue"/>
                <a:cs typeface="Helvetica Neue"/>
                <a:sym typeface="Helvetica Neue"/>
              </a:rPr>
              <a:t>If question related to changes in distribution under climate change (past or future):</a:t>
            </a:r>
            <a:endParaRPr sz="1400" b="0" i="0" u="none" strike="noStrike" cap="none">
              <a:solidFill>
                <a:srgbClr val="000000"/>
              </a:solidFill>
              <a:latin typeface="Arial"/>
              <a:ea typeface="Arial"/>
              <a:cs typeface="Arial"/>
              <a:sym typeface="Arial"/>
            </a:endParaRPr>
          </a:p>
          <a:p>
            <a:pPr marL="1165957" marR="0" lvl="2" indent="-276957" algn="l" rtl="0">
              <a:lnSpc>
                <a:spcPct val="100000"/>
              </a:lnSpc>
              <a:spcBef>
                <a:spcPts val="300"/>
              </a:spcBef>
              <a:spcAft>
                <a:spcPts val="0"/>
              </a:spcAft>
              <a:buClr>
                <a:srgbClr val="FFFFFF"/>
              </a:buClr>
              <a:buSzPts val="2800"/>
              <a:buFont typeface="Helvetica Neue"/>
              <a:buChar char="•"/>
            </a:pPr>
            <a:r>
              <a:rPr lang="en-US" sz="2800" b="0" i="0" u="none" strike="noStrike" cap="none">
                <a:solidFill>
                  <a:srgbClr val="FFFFFF"/>
                </a:solidFill>
                <a:latin typeface="Helvetica Neue"/>
                <a:ea typeface="Helvetica Neue"/>
                <a:cs typeface="Helvetica Neue"/>
                <a:sym typeface="Helvetica Neue"/>
              </a:rPr>
              <a:t>Layers for present must be available for the time model is projected </a:t>
            </a:r>
            <a:endParaRPr sz="1400" b="0" i="0" u="none" strike="noStrike" cap="none">
              <a:solidFill>
                <a:srgbClr val="000000"/>
              </a:solidFill>
              <a:latin typeface="Arial"/>
              <a:ea typeface="Arial"/>
              <a:cs typeface="Arial"/>
              <a:sym typeface="Arial"/>
            </a:endParaRPr>
          </a:p>
          <a:p>
            <a:pPr marL="1165957" marR="0" lvl="2" indent="-276957" algn="l" rtl="0">
              <a:lnSpc>
                <a:spcPct val="100000"/>
              </a:lnSpc>
              <a:spcBef>
                <a:spcPts val="300"/>
              </a:spcBef>
              <a:spcAft>
                <a:spcPts val="0"/>
              </a:spcAft>
              <a:buClr>
                <a:srgbClr val="FFFFFF"/>
              </a:buClr>
              <a:buSzPts val="2800"/>
              <a:buFont typeface="Helvetica Neue"/>
              <a:buChar char="•"/>
            </a:pPr>
            <a:r>
              <a:rPr lang="en-US" sz="2800" b="0" i="0" u="none" strike="noStrike" cap="none">
                <a:solidFill>
                  <a:srgbClr val="FFFFFF"/>
                </a:solidFill>
                <a:latin typeface="Helvetica Neue"/>
                <a:ea typeface="Helvetica Neue"/>
                <a:cs typeface="Helvetica Neue"/>
                <a:sym typeface="Helvetica Neue"/>
              </a:rPr>
              <a:t>In general, this limits us to climatic variables, BUT deforestation  / land use models exist too</a:t>
            </a:r>
            <a:endParaRPr sz="2800" b="0" i="0" u="none" strike="noStrike" cap="none">
              <a:solidFill>
                <a:srgbClr val="FFFFFF"/>
              </a:solidFill>
              <a:latin typeface="Helvetica Neue"/>
              <a:ea typeface="Helvetica Neue"/>
              <a:cs typeface="Helvetica Neue"/>
              <a:sym typeface="Helvetica Neue"/>
            </a:endParaRPr>
          </a:p>
          <a:p>
            <a:pPr marL="1165957" marR="0" lvl="2" indent="-276957" algn="l" rtl="0">
              <a:lnSpc>
                <a:spcPct val="100000"/>
              </a:lnSpc>
              <a:spcBef>
                <a:spcPts val="300"/>
              </a:spcBef>
              <a:spcAft>
                <a:spcPts val="0"/>
              </a:spcAft>
              <a:buClr>
                <a:srgbClr val="FFFFFF"/>
              </a:buClr>
              <a:buSzPts val="2800"/>
              <a:buFont typeface="Helvetica Neue"/>
              <a:buChar char="•"/>
            </a:pPr>
            <a:r>
              <a:rPr lang="en-US" sz="2800" b="0" i="0" u="none" strike="noStrike" cap="none">
                <a:solidFill>
                  <a:srgbClr val="FFFFFF"/>
                </a:solidFill>
                <a:latin typeface="Helvetica Neue"/>
                <a:ea typeface="Helvetica Neue"/>
                <a:cs typeface="Helvetica Neue"/>
                <a:sym typeface="Helvetica Neue"/>
              </a:rPr>
              <a:t>Be careful with variables that do not change over time like elevation</a:t>
            </a:r>
            <a:endParaRPr sz="1400" b="0" i="0" u="none" strike="noStrike" cap="none">
              <a:solidFill>
                <a:srgbClr val="000000"/>
              </a:solidFill>
              <a:latin typeface="Arial"/>
              <a:ea typeface="Arial"/>
              <a:cs typeface="Arial"/>
              <a:sym typeface="Arial"/>
            </a:endParaRPr>
          </a:p>
        </p:txBody>
      </p:sp>
      <p:sp>
        <p:nvSpPr>
          <p:cNvPr id="179" name="Google Shape;179;p8"/>
          <p:cNvSpPr txBox="1">
            <a:spLocks noGrp="1"/>
          </p:cNvSpPr>
          <p:nvPr>
            <p:ph type="title"/>
          </p:nvPr>
        </p:nvSpPr>
        <p:spPr>
          <a:xfrm>
            <a:off x="479168" y="450732"/>
            <a:ext cx="11717868" cy="1126817"/>
          </a:xfrm>
          <a:prstGeom prst="rect">
            <a:avLst/>
          </a:prstGeom>
          <a:noFill/>
          <a:ln>
            <a:noFill/>
          </a:ln>
        </p:spPr>
        <p:txBody>
          <a:bodyPr spcFirstLastPara="1" wrap="square" lIns="27075" tIns="27075" rIns="27075" bIns="27075" anchor="t" anchorCtr="0">
            <a:normAutofit/>
          </a:bodyPr>
          <a:lstStyle/>
          <a:p>
            <a:pPr marL="0" lvl="0" indent="0" algn="l" rtl="0">
              <a:lnSpc>
                <a:spcPct val="80000"/>
              </a:lnSpc>
              <a:spcBef>
                <a:spcPts val="0"/>
              </a:spcBef>
              <a:spcAft>
                <a:spcPts val="0"/>
              </a:spcAft>
              <a:buClr>
                <a:srgbClr val="FFFFFF"/>
              </a:buClr>
              <a:buSzPts val="4800"/>
              <a:buFont typeface="Helvetica Neue"/>
              <a:buNone/>
            </a:pPr>
            <a:r>
              <a:rPr lang="en-US"/>
              <a:t>Abiotic data</a:t>
            </a:r>
            <a:endParaRPr i="1"/>
          </a:p>
        </p:txBody>
      </p:sp>
      <p:sp>
        <p:nvSpPr>
          <p:cNvPr id="180" name="Google Shape;180;p8"/>
          <p:cNvSpPr txBox="1"/>
          <p:nvPr/>
        </p:nvSpPr>
        <p:spPr>
          <a:xfrm>
            <a:off x="479168" y="1227196"/>
            <a:ext cx="11718000" cy="498600"/>
          </a:xfrm>
          <a:prstGeom prst="rect">
            <a:avLst/>
          </a:prstGeom>
          <a:noFill/>
          <a:ln>
            <a:noFill/>
          </a:ln>
        </p:spPr>
        <p:txBody>
          <a:bodyPr spcFirstLastPara="1" wrap="square" lIns="24375" tIns="24375" rIns="24375" bIns="24375" anchor="t" anchorCtr="0">
            <a:normAutofit/>
          </a:bodyPr>
          <a:lstStyle/>
          <a:p>
            <a:pPr marL="0" marR="0" lvl="0" indent="0" algn="l" rtl="0">
              <a:lnSpc>
                <a:spcPct val="100000"/>
              </a:lnSpc>
              <a:spcBef>
                <a:spcPts val="0"/>
              </a:spcBef>
              <a:spcAft>
                <a:spcPts val="0"/>
              </a:spcAft>
              <a:buClr>
                <a:srgbClr val="FFFFFF"/>
              </a:buClr>
              <a:buSzPts val="2600"/>
              <a:buFont typeface="Helvetica Neue"/>
              <a:buNone/>
            </a:pPr>
            <a:r>
              <a:rPr lang="en-US" sz="2600" b="0" i="0" u="none" strike="noStrike" cap="none">
                <a:solidFill>
                  <a:srgbClr val="FFFFFF"/>
                </a:solidFill>
                <a:latin typeface="Helvetica Neue"/>
                <a:ea typeface="Helvetica Neue"/>
                <a:cs typeface="Helvetica Neue"/>
                <a:sym typeface="Helvetica Neue"/>
              </a:rPr>
              <a:t>How to pick? </a:t>
            </a:r>
            <a:endParaRPr sz="1400" b="0" i="0" u="none" strike="noStrike" cap="none">
              <a:solidFill>
                <a:srgbClr val="000000"/>
              </a:solidFill>
              <a:latin typeface="Arial"/>
              <a:ea typeface="Arial"/>
              <a:cs typeface="Arial"/>
              <a:sym typeface="Arial"/>
            </a:endParaRPr>
          </a:p>
        </p:txBody>
      </p:sp>
      <p:pic>
        <p:nvPicPr>
          <p:cNvPr id="181" name="Google Shape;181;p8"/>
          <p:cNvPicPr preferRelativeResize="0"/>
          <p:nvPr/>
        </p:nvPicPr>
        <p:blipFill>
          <a:blip r:embed="rId3"/>
          <a:srcRect/>
          <a:stretch/>
        </p:blipFill>
        <p:spPr>
          <a:xfrm>
            <a:off x="3591389" y="5448575"/>
            <a:ext cx="5822022" cy="388620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85"/>
        <p:cNvGrpSpPr/>
        <p:nvPr/>
      </p:nvGrpSpPr>
      <p:grpSpPr>
        <a:xfrm>
          <a:off x="0" y="0"/>
          <a:ext cx="0" cy="0"/>
          <a:chOff x="0" y="0"/>
          <a:chExt cx="0" cy="0"/>
        </a:xfrm>
      </p:grpSpPr>
      <p:pic>
        <p:nvPicPr>
          <p:cNvPr id="186" name="Google Shape;186;p9" descr="droppedImage.pdf"/>
          <p:cNvPicPr preferRelativeResize="0"/>
          <p:nvPr/>
        </p:nvPicPr>
        <p:blipFill rotWithShape="1">
          <a:blip r:embed="rId3">
            <a:alphaModFix/>
          </a:blip>
          <a:srcRect/>
          <a:stretch/>
        </p:blipFill>
        <p:spPr>
          <a:xfrm>
            <a:off x="11094049" y="450725"/>
            <a:ext cx="1783099" cy="1966650"/>
          </a:xfrm>
          <a:prstGeom prst="rect">
            <a:avLst/>
          </a:prstGeom>
          <a:noFill/>
          <a:ln>
            <a:noFill/>
          </a:ln>
        </p:spPr>
      </p:pic>
      <p:sp>
        <p:nvSpPr>
          <p:cNvPr id="187" name="Google Shape;187;p9"/>
          <p:cNvSpPr txBox="1"/>
          <p:nvPr/>
        </p:nvSpPr>
        <p:spPr>
          <a:xfrm>
            <a:off x="127662" y="1654525"/>
            <a:ext cx="10718181" cy="3039900"/>
          </a:xfrm>
          <a:prstGeom prst="rect">
            <a:avLst/>
          </a:prstGeom>
          <a:noFill/>
          <a:ln>
            <a:noFill/>
          </a:ln>
        </p:spPr>
        <p:txBody>
          <a:bodyPr spcFirstLastPara="1" wrap="square" lIns="50800" tIns="50800" rIns="50800" bIns="50800" anchor="t" anchorCtr="0">
            <a:noAutofit/>
          </a:bodyPr>
          <a:lstStyle/>
          <a:p>
            <a:pPr marL="0" marR="0" lvl="0" indent="0" algn="l" rtl="0">
              <a:lnSpc>
                <a:spcPct val="100000"/>
              </a:lnSpc>
              <a:spcBef>
                <a:spcPts val="0"/>
              </a:spcBef>
              <a:spcAft>
                <a:spcPts val="0"/>
              </a:spcAft>
              <a:buClr>
                <a:srgbClr val="FFFFFF"/>
              </a:buClr>
              <a:buSzPts val="3600"/>
              <a:buFont typeface="Helvetica Neue"/>
              <a:buNone/>
            </a:pPr>
            <a:r>
              <a:rPr lang="en-US" sz="3600" b="0" i="0" u="none" strike="noStrike" cap="none">
                <a:solidFill>
                  <a:srgbClr val="FFFFFF"/>
                </a:solidFill>
                <a:latin typeface="Helvetica Neue"/>
                <a:ea typeface="Helvetica Neue"/>
                <a:cs typeface="Helvetica Neue"/>
                <a:sym typeface="Helvetica Neue"/>
              </a:rPr>
              <a:t>What data could we have in the form of GIS layers?</a:t>
            </a:r>
            <a:endParaRPr sz="3600" b="0" i="0" u="none" strike="noStrike" cap="none">
              <a:solidFill>
                <a:srgbClr val="FFFFFF"/>
              </a:solidFill>
              <a:latin typeface="Helvetica Neue"/>
              <a:ea typeface="Helvetica Neue"/>
              <a:cs typeface="Helvetica Neue"/>
              <a:sym typeface="Helvetica Neue"/>
            </a:endParaRPr>
          </a:p>
        </p:txBody>
      </p:sp>
      <p:pic>
        <p:nvPicPr>
          <p:cNvPr id="188" name="Google Shape;188;p9" descr="questions.png"/>
          <p:cNvPicPr preferRelativeResize="0"/>
          <p:nvPr/>
        </p:nvPicPr>
        <p:blipFill rotWithShape="1">
          <a:blip r:embed="rId4">
            <a:alphaModFix/>
          </a:blip>
          <a:srcRect/>
          <a:stretch/>
        </p:blipFill>
        <p:spPr>
          <a:xfrm>
            <a:off x="421811" y="2417385"/>
            <a:ext cx="12161187" cy="6891339"/>
          </a:xfrm>
          <a:prstGeom prst="rect">
            <a:avLst/>
          </a:prstGeom>
          <a:noFill/>
          <a:ln>
            <a:noFill/>
          </a:ln>
        </p:spPr>
      </p:pic>
      <p:sp>
        <p:nvSpPr>
          <p:cNvPr id="189" name="Google Shape;189;p9"/>
          <p:cNvSpPr txBox="1">
            <a:spLocks noGrp="1"/>
          </p:cNvSpPr>
          <p:nvPr>
            <p:ph type="title"/>
          </p:nvPr>
        </p:nvSpPr>
        <p:spPr>
          <a:xfrm>
            <a:off x="421793" y="393707"/>
            <a:ext cx="11718000" cy="1126800"/>
          </a:xfrm>
          <a:prstGeom prst="rect">
            <a:avLst/>
          </a:prstGeom>
          <a:noFill/>
          <a:ln>
            <a:noFill/>
          </a:ln>
        </p:spPr>
        <p:txBody>
          <a:bodyPr spcFirstLastPara="1" wrap="square" lIns="27075" tIns="27075" rIns="27075" bIns="27075" anchor="t" anchorCtr="0">
            <a:normAutofit/>
          </a:bodyPr>
          <a:lstStyle/>
          <a:p>
            <a:pPr marL="0" lvl="0" indent="0" algn="l" rtl="0">
              <a:lnSpc>
                <a:spcPct val="80000"/>
              </a:lnSpc>
              <a:spcBef>
                <a:spcPts val="0"/>
              </a:spcBef>
              <a:spcAft>
                <a:spcPts val="0"/>
              </a:spcAft>
              <a:buClr>
                <a:srgbClr val="FFFFFF"/>
              </a:buClr>
              <a:buSzPts val="4800"/>
              <a:buFont typeface="Helvetica Neue"/>
              <a:buNone/>
            </a:pPr>
            <a:r>
              <a:rPr lang="en-US"/>
              <a:t>Biotic data</a:t>
            </a:r>
            <a:endParaRPr i="1"/>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93"/>
        <p:cNvGrpSpPr/>
        <p:nvPr/>
      </p:nvGrpSpPr>
      <p:grpSpPr>
        <a:xfrm>
          <a:off x="0" y="0"/>
          <a:ext cx="0" cy="0"/>
          <a:chOff x="0" y="0"/>
          <a:chExt cx="0" cy="0"/>
        </a:xfrm>
      </p:grpSpPr>
      <p:sp>
        <p:nvSpPr>
          <p:cNvPr id="194" name="Google Shape;194;g2a967ea5d19_0_7"/>
          <p:cNvSpPr txBox="1">
            <a:spLocks noGrp="1"/>
          </p:cNvSpPr>
          <p:nvPr>
            <p:ph type="title"/>
          </p:nvPr>
        </p:nvSpPr>
        <p:spPr>
          <a:xfrm>
            <a:off x="643406" y="4017988"/>
            <a:ext cx="11718000" cy="1126800"/>
          </a:xfrm>
          <a:prstGeom prst="rect">
            <a:avLst/>
          </a:prstGeom>
          <a:noFill/>
          <a:ln>
            <a:noFill/>
          </a:ln>
        </p:spPr>
        <p:txBody>
          <a:bodyPr spcFirstLastPara="1" wrap="square" lIns="27075" tIns="27075" rIns="27075" bIns="27075" anchor="t" anchorCtr="0">
            <a:normAutofit/>
          </a:bodyPr>
          <a:lstStyle/>
          <a:p>
            <a:pPr marL="0" lvl="0" indent="0" algn="ctr" rtl="0">
              <a:lnSpc>
                <a:spcPct val="80000"/>
              </a:lnSpc>
              <a:spcBef>
                <a:spcPts val="0"/>
              </a:spcBef>
              <a:spcAft>
                <a:spcPts val="0"/>
              </a:spcAft>
              <a:buClr>
                <a:srgbClr val="FFFFFF"/>
              </a:buClr>
              <a:buSzPts val="4800"/>
              <a:buFont typeface="Helvetica Neue"/>
              <a:buNone/>
            </a:pPr>
            <a:r>
              <a:rPr lang="en-US"/>
              <a:t>Part 2: Algorithms</a:t>
            </a:r>
            <a:endParaRPr i="1"/>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98"/>
        <p:cNvGrpSpPr/>
        <p:nvPr/>
      </p:nvGrpSpPr>
      <p:grpSpPr>
        <a:xfrm>
          <a:off x="0" y="0"/>
          <a:ext cx="0" cy="0"/>
          <a:chOff x="0" y="0"/>
          <a:chExt cx="0" cy="0"/>
        </a:xfrm>
      </p:grpSpPr>
      <p:sp>
        <p:nvSpPr>
          <p:cNvPr id="199" name="Google Shape;199;p10"/>
          <p:cNvSpPr txBox="1">
            <a:spLocks noGrp="1"/>
          </p:cNvSpPr>
          <p:nvPr>
            <p:ph type="title"/>
          </p:nvPr>
        </p:nvSpPr>
        <p:spPr>
          <a:xfrm>
            <a:off x="342304" y="254000"/>
            <a:ext cx="12320192" cy="1893690"/>
          </a:xfrm>
          <a:prstGeom prst="rect">
            <a:avLst/>
          </a:prstGeom>
          <a:noFill/>
          <a:ln>
            <a:noFill/>
          </a:ln>
        </p:spPr>
        <p:txBody>
          <a:bodyPr spcFirstLastPara="1" wrap="square" lIns="50800" tIns="50800" rIns="50800" bIns="50800" anchor="ctr" anchorCtr="0">
            <a:normAutofit fontScale="90000"/>
          </a:bodyPr>
          <a:lstStyle/>
          <a:p>
            <a:pPr marL="0" lvl="0" indent="0" algn="ctr" rtl="0">
              <a:lnSpc>
                <a:spcPct val="100000"/>
              </a:lnSpc>
              <a:spcBef>
                <a:spcPts val="0"/>
              </a:spcBef>
              <a:spcAft>
                <a:spcPts val="0"/>
              </a:spcAft>
              <a:buClr>
                <a:srgbClr val="FFFFFF"/>
              </a:buClr>
              <a:buSzPct val="55000"/>
              <a:buFont typeface="Helvetica Neue"/>
              <a:buNone/>
            </a:pPr>
            <a:r>
              <a:rPr lang="en-US"/>
              <a:t>So many algorithms… </a:t>
            </a:r>
            <a:br>
              <a:rPr lang="en-US"/>
            </a:br>
            <a:r>
              <a:rPr lang="en-US"/>
              <a:t>is there a preferred one?</a:t>
            </a:r>
            <a:endParaRPr/>
          </a:p>
        </p:txBody>
      </p:sp>
      <p:sp>
        <p:nvSpPr>
          <p:cNvPr id="200" name="Google Shape;200;p10"/>
          <p:cNvSpPr txBox="1">
            <a:spLocks noGrp="1"/>
          </p:cNvSpPr>
          <p:nvPr>
            <p:ph type="body" idx="1"/>
          </p:nvPr>
        </p:nvSpPr>
        <p:spPr>
          <a:xfrm>
            <a:off x="117032" y="2656225"/>
            <a:ext cx="12697500" cy="6169800"/>
          </a:xfrm>
          <a:prstGeom prst="rect">
            <a:avLst/>
          </a:prstGeom>
          <a:noFill/>
          <a:ln>
            <a:noFill/>
          </a:ln>
        </p:spPr>
        <p:txBody>
          <a:bodyPr spcFirstLastPara="1" wrap="square" lIns="50800" tIns="50800" rIns="50800" bIns="50800" anchor="t" anchorCtr="0">
            <a:normAutofit/>
          </a:bodyPr>
          <a:lstStyle/>
          <a:p>
            <a:pPr marL="355600" lvl="0" indent="-355600" algn="l" rtl="0">
              <a:lnSpc>
                <a:spcPct val="100000"/>
              </a:lnSpc>
              <a:spcBef>
                <a:spcPts val="0"/>
              </a:spcBef>
              <a:spcAft>
                <a:spcPts val="0"/>
              </a:spcAft>
              <a:buClr>
                <a:srgbClr val="FFFFFF"/>
              </a:buClr>
              <a:buSzPts val="3625"/>
              <a:buFont typeface="Helvetica Neue"/>
              <a:buChar char="•"/>
            </a:pPr>
            <a:r>
              <a:rPr lang="en-US"/>
              <a:t>We can classify them in 5 categories:</a:t>
            </a:r>
            <a:endParaRPr/>
          </a:p>
          <a:p>
            <a:pPr marL="1422400" lvl="3" indent="-372910" algn="l" rtl="0">
              <a:lnSpc>
                <a:spcPct val="100000"/>
              </a:lnSpc>
              <a:spcBef>
                <a:spcPts val="1000"/>
              </a:spcBef>
              <a:spcAft>
                <a:spcPts val="0"/>
              </a:spcAft>
              <a:buClr>
                <a:srgbClr val="FFFFFF"/>
              </a:buClr>
              <a:buSzPts val="3625"/>
              <a:buFont typeface="Helvetica Neue"/>
              <a:buChar char="•"/>
            </a:pPr>
            <a:r>
              <a:rPr lang="en-US"/>
              <a:t>Presence only: BIOCLIM, DOMAIN, Mahalanobis distance</a:t>
            </a:r>
            <a:endParaRPr/>
          </a:p>
          <a:p>
            <a:pPr marL="0" lvl="0" indent="0" algn="l" rtl="0">
              <a:lnSpc>
                <a:spcPct val="100000"/>
              </a:lnSpc>
              <a:spcBef>
                <a:spcPts val="1000"/>
              </a:spcBef>
              <a:spcAft>
                <a:spcPts val="0"/>
              </a:spcAft>
              <a:buSzPts val="2610"/>
              <a:buNone/>
            </a:pPr>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04"/>
        <p:cNvGrpSpPr/>
        <p:nvPr/>
      </p:nvGrpSpPr>
      <p:grpSpPr>
        <a:xfrm>
          <a:off x="0" y="0"/>
          <a:ext cx="0" cy="0"/>
          <a:chOff x="0" y="0"/>
          <a:chExt cx="0" cy="0"/>
        </a:xfrm>
      </p:grpSpPr>
      <p:sp>
        <p:nvSpPr>
          <p:cNvPr id="205" name="Google Shape;205;p11"/>
          <p:cNvSpPr txBox="1">
            <a:spLocks noGrp="1"/>
          </p:cNvSpPr>
          <p:nvPr>
            <p:ph type="title"/>
          </p:nvPr>
        </p:nvSpPr>
        <p:spPr>
          <a:xfrm>
            <a:off x="342304" y="254000"/>
            <a:ext cx="12320100" cy="1893600"/>
          </a:xfrm>
          <a:prstGeom prst="rect">
            <a:avLst/>
          </a:prstGeom>
          <a:noFill/>
          <a:ln>
            <a:noFill/>
          </a:ln>
        </p:spPr>
        <p:txBody>
          <a:bodyPr spcFirstLastPara="1" wrap="square" lIns="50800" tIns="50800" rIns="50800" bIns="50800" anchor="ctr" anchorCtr="0">
            <a:normAutofit fontScale="90000"/>
          </a:bodyPr>
          <a:lstStyle/>
          <a:p>
            <a:pPr marL="0" lvl="0" indent="0" algn="ctr" rtl="0">
              <a:lnSpc>
                <a:spcPct val="100000"/>
              </a:lnSpc>
              <a:spcBef>
                <a:spcPts val="0"/>
              </a:spcBef>
              <a:spcAft>
                <a:spcPts val="0"/>
              </a:spcAft>
              <a:buClr>
                <a:srgbClr val="FFFFFF"/>
              </a:buClr>
              <a:buSzPct val="55000"/>
              <a:buFont typeface="Helvetica Neue"/>
              <a:buNone/>
            </a:pPr>
            <a:r>
              <a:rPr lang="en-US"/>
              <a:t>So many algorithms… </a:t>
            </a:r>
            <a:br>
              <a:rPr lang="en-US"/>
            </a:br>
            <a:r>
              <a:rPr lang="en-US"/>
              <a:t>is there a preferred one?</a:t>
            </a:r>
            <a:endParaRPr/>
          </a:p>
        </p:txBody>
      </p:sp>
      <p:sp>
        <p:nvSpPr>
          <p:cNvPr id="206" name="Google Shape;206;p11"/>
          <p:cNvSpPr txBox="1">
            <a:spLocks noGrp="1"/>
          </p:cNvSpPr>
          <p:nvPr>
            <p:ph type="body" idx="1"/>
          </p:nvPr>
        </p:nvSpPr>
        <p:spPr>
          <a:xfrm>
            <a:off x="117032" y="2656225"/>
            <a:ext cx="12697500" cy="6169800"/>
          </a:xfrm>
          <a:prstGeom prst="rect">
            <a:avLst/>
          </a:prstGeom>
          <a:noFill/>
          <a:ln>
            <a:noFill/>
          </a:ln>
        </p:spPr>
        <p:txBody>
          <a:bodyPr spcFirstLastPara="1" wrap="square" lIns="50800" tIns="50800" rIns="50800" bIns="50800" anchor="t" anchorCtr="0">
            <a:normAutofit/>
          </a:bodyPr>
          <a:lstStyle/>
          <a:p>
            <a:pPr marL="355600" lvl="0" indent="-355600" algn="l" rtl="0">
              <a:lnSpc>
                <a:spcPct val="100000"/>
              </a:lnSpc>
              <a:spcBef>
                <a:spcPts val="0"/>
              </a:spcBef>
              <a:spcAft>
                <a:spcPts val="0"/>
              </a:spcAft>
              <a:buClr>
                <a:srgbClr val="FFFFFF"/>
              </a:buClr>
              <a:buSzPts val="3625"/>
              <a:buFont typeface="Helvetica Neue"/>
              <a:buChar char="•"/>
            </a:pPr>
            <a:r>
              <a:rPr lang="en-US"/>
              <a:t>We can classify them in 5 categories:</a:t>
            </a:r>
            <a:endParaRPr/>
          </a:p>
          <a:p>
            <a:pPr marL="1422400" lvl="3" indent="-372910" algn="l" rtl="0">
              <a:lnSpc>
                <a:spcPct val="100000"/>
              </a:lnSpc>
              <a:spcBef>
                <a:spcPts val="1000"/>
              </a:spcBef>
              <a:spcAft>
                <a:spcPts val="0"/>
              </a:spcAft>
              <a:buClr>
                <a:srgbClr val="FFFFFF"/>
              </a:buClr>
              <a:buSzPts val="3625"/>
              <a:buFont typeface="Helvetica Neue"/>
              <a:buChar char="•"/>
            </a:pPr>
            <a:r>
              <a:rPr lang="en-US"/>
              <a:t>Presence only: </a:t>
            </a:r>
            <a:r>
              <a:rPr lang="en-US">
                <a:solidFill>
                  <a:schemeClr val="lt1"/>
                </a:solidFill>
              </a:rPr>
              <a:t>BIOCLIM</a:t>
            </a:r>
            <a:r>
              <a:rPr lang="en-US"/>
              <a:t>, DOMAIN, Mahalanobis distance</a:t>
            </a:r>
            <a:endParaRPr/>
          </a:p>
          <a:p>
            <a:pPr marL="1422400" lvl="3" indent="-372910" algn="l" rtl="0">
              <a:lnSpc>
                <a:spcPct val="100000"/>
              </a:lnSpc>
              <a:spcBef>
                <a:spcPts val="1000"/>
              </a:spcBef>
              <a:spcAft>
                <a:spcPts val="0"/>
              </a:spcAft>
              <a:buClr>
                <a:srgbClr val="FFFFFF"/>
              </a:buClr>
              <a:buSzPts val="3625"/>
              <a:buFont typeface="Helvetica Neue"/>
              <a:buChar char="•"/>
            </a:pPr>
            <a:r>
              <a:rPr lang="en-US"/>
              <a:t>Presence/Absence or Pseudoabsence: logistic regression models (GLM, GAM), Random Forest, Boosted Regression Trees, GARP</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10"/>
        <p:cNvGrpSpPr/>
        <p:nvPr/>
      </p:nvGrpSpPr>
      <p:grpSpPr>
        <a:xfrm>
          <a:off x="0" y="0"/>
          <a:ext cx="0" cy="0"/>
          <a:chOff x="0" y="0"/>
          <a:chExt cx="0" cy="0"/>
        </a:xfrm>
      </p:grpSpPr>
      <p:sp>
        <p:nvSpPr>
          <p:cNvPr id="211" name="Google Shape;211;p12"/>
          <p:cNvSpPr txBox="1">
            <a:spLocks noGrp="1"/>
          </p:cNvSpPr>
          <p:nvPr>
            <p:ph type="title"/>
          </p:nvPr>
        </p:nvSpPr>
        <p:spPr>
          <a:xfrm>
            <a:off x="342304" y="254000"/>
            <a:ext cx="12320100" cy="1893600"/>
          </a:xfrm>
          <a:prstGeom prst="rect">
            <a:avLst/>
          </a:prstGeom>
          <a:noFill/>
          <a:ln>
            <a:noFill/>
          </a:ln>
        </p:spPr>
        <p:txBody>
          <a:bodyPr spcFirstLastPara="1" wrap="square" lIns="50800" tIns="50800" rIns="50800" bIns="50800" anchor="ctr" anchorCtr="0">
            <a:normAutofit fontScale="90000"/>
          </a:bodyPr>
          <a:lstStyle/>
          <a:p>
            <a:pPr marL="0" lvl="0" indent="0" algn="ctr" rtl="0">
              <a:lnSpc>
                <a:spcPct val="100000"/>
              </a:lnSpc>
              <a:spcBef>
                <a:spcPts val="0"/>
              </a:spcBef>
              <a:spcAft>
                <a:spcPts val="0"/>
              </a:spcAft>
              <a:buClr>
                <a:srgbClr val="FFFFFF"/>
              </a:buClr>
              <a:buSzPct val="55000"/>
              <a:buFont typeface="Helvetica Neue"/>
              <a:buNone/>
            </a:pPr>
            <a:r>
              <a:rPr lang="en-US"/>
              <a:t>So many algorithms… </a:t>
            </a:r>
            <a:br>
              <a:rPr lang="en-US"/>
            </a:br>
            <a:r>
              <a:rPr lang="en-US"/>
              <a:t>is there a preferred one?</a:t>
            </a:r>
            <a:endParaRPr/>
          </a:p>
        </p:txBody>
      </p:sp>
      <p:sp>
        <p:nvSpPr>
          <p:cNvPr id="212" name="Google Shape;212;p12"/>
          <p:cNvSpPr txBox="1">
            <a:spLocks noGrp="1"/>
          </p:cNvSpPr>
          <p:nvPr>
            <p:ph type="body" idx="1"/>
          </p:nvPr>
        </p:nvSpPr>
        <p:spPr>
          <a:xfrm>
            <a:off x="117032" y="2656225"/>
            <a:ext cx="12697500" cy="6169800"/>
          </a:xfrm>
          <a:prstGeom prst="rect">
            <a:avLst/>
          </a:prstGeom>
          <a:noFill/>
          <a:ln>
            <a:noFill/>
          </a:ln>
        </p:spPr>
        <p:txBody>
          <a:bodyPr spcFirstLastPara="1" wrap="square" lIns="50800" tIns="50800" rIns="50800" bIns="50800" anchor="t" anchorCtr="0">
            <a:normAutofit/>
          </a:bodyPr>
          <a:lstStyle/>
          <a:p>
            <a:pPr marL="355600" lvl="0" indent="-355600" algn="l" rtl="0">
              <a:lnSpc>
                <a:spcPct val="100000"/>
              </a:lnSpc>
              <a:spcBef>
                <a:spcPts val="0"/>
              </a:spcBef>
              <a:spcAft>
                <a:spcPts val="0"/>
              </a:spcAft>
              <a:buClr>
                <a:srgbClr val="FFFFFF"/>
              </a:buClr>
              <a:buSzPts val="3625"/>
              <a:buFont typeface="Helvetica Neue"/>
              <a:buChar char="•"/>
            </a:pPr>
            <a:r>
              <a:rPr lang="en-US"/>
              <a:t>We can classify them in 5 categories:</a:t>
            </a:r>
            <a:endParaRPr/>
          </a:p>
          <a:p>
            <a:pPr marL="1422400" lvl="3" indent="-372910" algn="l" rtl="0">
              <a:lnSpc>
                <a:spcPct val="100000"/>
              </a:lnSpc>
              <a:spcBef>
                <a:spcPts val="1000"/>
              </a:spcBef>
              <a:spcAft>
                <a:spcPts val="0"/>
              </a:spcAft>
              <a:buClr>
                <a:srgbClr val="FFFFFF"/>
              </a:buClr>
              <a:buSzPts val="3625"/>
              <a:buFont typeface="Helvetica Neue"/>
              <a:buChar char="•"/>
            </a:pPr>
            <a:r>
              <a:rPr lang="en-US"/>
              <a:t>Presence only: </a:t>
            </a:r>
            <a:r>
              <a:rPr lang="en-US">
                <a:solidFill>
                  <a:schemeClr val="lt1"/>
                </a:solidFill>
              </a:rPr>
              <a:t>BIOCLIM</a:t>
            </a:r>
            <a:r>
              <a:rPr lang="en-US"/>
              <a:t>, DOMAIN, Mahalanobis distance</a:t>
            </a:r>
            <a:endParaRPr/>
          </a:p>
          <a:p>
            <a:pPr marL="1422400" lvl="3" indent="-372910" algn="l" rtl="0">
              <a:lnSpc>
                <a:spcPct val="100000"/>
              </a:lnSpc>
              <a:spcBef>
                <a:spcPts val="1000"/>
              </a:spcBef>
              <a:spcAft>
                <a:spcPts val="0"/>
              </a:spcAft>
              <a:buClr>
                <a:srgbClr val="FFFFFF"/>
              </a:buClr>
              <a:buSzPts val="3625"/>
              <a:buFont typeface="Helvetica Neue"/>
              <a:buChar char="•"/>
            </a:pPr>
            <a:r>
              <a:rPr lang="en-US"/>
              <a:t>Presence/Absence or Pseudoabsence: logistic regression models (GLM, GAM), Random Forest, Boosted Regression Trees, GARP</a:t>
            </a:r>
            <a:endParaRPr/>
          </a:p>
          <a:p>
            <a:pPr marL="1422400" lvl="3" indent="-372910" algn="l" rtl="0">
              <a:lnSpc>
                <a:spcPct val="100000"/>
              </a:lnSpc>
              <a:spcBef>
                <a:spcPts val="1000"/>
              </a:spcBef>
              <a:spcAft>
                <a:spcPts val="0"/>
              </a:spcAft>
              <a:buClr>
                <a:srgbClr val="FFFFFF"/>
              </a:buClr>
              <a:buSzPts val="3625"/>
              <a:buFont typeface="Helvetica Neue"/>
              <a:buChar char="•"/>
            </a:pPr>
            <a:r>
              <a:rPr lang="en-US"/>
              <a:t>Presence/Absence (repeat visit): occupancy models</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16"/>
        <p:cNvGrpSpPr/>
        <p:nvPr/>
      </p:nvGrpSpPr>
      <p:grpSpPr>
        <a:xfrm>
          <a:off x="0" y="0"/>
          <a:ext cx="0" cy="0"/>
          <a:chOff x="0" y="0"/>
          <a:chExt cx="0" cy="0"/>
        </a:xfrm>
      </p:grpSpPr>
      <p:sp>
        <p:nvSpPr>
          <p:cNvPr id="217" name="Google Shape;217;p13"/>
          <p:cNvSpPr txBox="1">
            <a:spLocks noGrp="1"/>
          </p:cNvSpPr>
          <p:nvPr>
            <p:ph type="title"/>
          </p:nvPr>
        </p:nvSpPr>
        <p:spPr>
          <a:xfrm>
            <a:off x="342304" y="254000"/>
            <a:ext cx="12320100" cy="1893600"/>
          </a:xfrm>
          <a:prstGeom prst="rect">
            <a:avLst/>
          </a:prstGeom>
          <a:noFill/>
          <a:ln>
            <a:noFill/>
          </a:ln>
        </p:spPr>
        <p:txBody>
          <a:bodyPr spcFirstLastPara="1" wrap="square" lIns="50800" tIns="50800" rIns="50800" bIns="50800" anchor="ctr" anchorCtr="0">
            <a:normAutofit fontScale="90000"/>
          </a:bodyPr>
          <a:lstStyle/>
          <a:p>
            <a:pPr marL="0" lvl="0" indent="0" algn="ctr" rtl="0">
              <a:lnSpc>
                <a:spcPct val="100000"/>
              </a:lnSpc>
              <a:spcBef>
                <a:spcPts val="0"/>
              </a:spcBef>
              <a:spcAft>
                <a:spcPts val="0"/>
              </a:spcAft>
              <a:buClr>
                <a:srgbClr val="FFFFFF"/>
              </a:buClr>
              <a:buSzPct val="55000"/>
              <a:buFont typeface="Helvetica Neue"/>
              <a:buNone/>
            </a:pPr>
            <a:r>
              <a:rPr lang="en-US"/>
              <a:t>So many algorithms… </a:t>
            </a:r>
            <a:br>
              <a:rPr lang="en-US"/>
            </a:br>
            <a:r>
              <a:rPr lang="en-US"/>
              <a:t>is there a preferred one?</a:t>
            </a:r>
            <a:endParaRPr/>
          </a:p>
        </p:txBody>
      </p:sp>
      <p:sp>
        <p:nvSpPr>
          <p:cNvPr id="218" name="Google Shape;218;p13"/>
          <p:cNvSpPr txBox="1">
            <a:spLocks noGrp="1"/>
          </p:cNvSpPr>
          <p:nvPr>
            <p:ph type="body" idx="1"/>
          </p:nvPr>
        </p:nvSpPr>
        <p:spPr>
          <a:xfrm>
            <a:off x="117032" y="2656225"/>
            <a:ext cx="12697500" cy="6169800"/>
          </a:xfrm>
          <a:prstGeom prst="rect">
            <a:avLst/>
          </a:prstGeom>
          <a:noFill/>
          <a:ln>
            <a:noFill/>
          </a:ln>
        </p:spPr>
        <p:txBody>
          <a:bodyPr spcFirstLastPara="1" wrap="square" lIns="50800" tIns="50800" rIns="50800" bIns="50800" anchor="t" anchorCtr="0">
            <a:normAutofit/>
          </a:bodyPr>
          <a:lstStyle/>
          <a:p>
            <a:pPr marL="355600" lvl="0" indent="-355600" algn="l" rtl="0">
              <a:lnSpc>
                <a:spcPct val="100000"/>
              </a:lnSpc>
              <a:spcBef>
                <a:spcPts val="0"/>
              </a:spcBef>
              <a:spcAft>
                <a:spcPts val="0"/>
              </a:spcAft>
              <a:buClr>
                <a:srgbClr val="FFFFFF"/>
              </a:buClr>
              <a:buSzPts val="3625"/>
              <a:buFont typeface="Helvetica Neue"/>
              <a:buChar char="•"/>
            </a:pPr>
            <a:r>
              <a:rPr lang="en-US"/>
              <a:t>We can classify them in 5 categories:</a:t>
            </a:r>
            <a:endParaRPr/>
          </a:p>
          <a:p>
            <a:pPr marL="1422400" lvl="3" indent="-372910" algn="l" rtl="0">
              <a:lnSpc>
                <a:spcPct val="100000"/>
              </a:lnSpc>
              <a:spcBef>
                <a:spcPts val="1000"/>
              </a:spcBef>
              <a:spcAft>
                <a:spcPts val="0"/>
              </a:spcAft>
              <a:buClr>
                <a:srgbClr val="FFFFFF"/>
              </a:buClr>
              <a:buSzPts val="3625"/>
              <a:buFont typeface="Helvetica Neue"/>
              <a:buChar char="•"/>
            </a:pPr>
            <a:r>
              <a:rPr lang="en-US"/>
              <a:t>Presence only: </a:t>
            </a:r>
            <a:r>
              <a:rPr lang="en-US">
                <a:solidFill>
                  <a:schemeClr val="lt1"/>
                </a:solidFill>
              </a:rPr>
              <a:t>BIOCLIM</a:t>
            </a:r>
            <a:r>
              <a:rPr lang="en-US"/>
              <a:t>, DOMAIN, Mahalanobis distance</a:t>
            </a:r>
            <a:endParaRPr/>
          </a:p>
          <a:p>
            <a:pPr marL="1422400" lvl="3" indent="-372910" algn="l" rtl="0">
              <a:lnSpc>
                <a:spcPct val="100000"/>
              </a:lnSpc>
              <a:spcBef>
                <a:spcPts val="1000"/>
              </a:spcBef>
              <a:spcAft>
                <a:spcPts val="0"/>
              </a:spcAft>
              <a:buClr>
                <a:srgbClr val="FFFFFF"/>
              </a:buClr>
              <a:buSzPts val="3625"/>
              <a:buFont typeface="Helvetica Neue"/>
              <a:buChar char="•"/>
            </a:pPr>
            <a:r>
              <a:rPr lang="en-US"/>
              <a:t>Presence/Absence or Pseudoabsence: logistic regression models (GLM, GAM), Random Forest, Boosted Regression Trees, GARP</a:t>
            </a:r>
            <a:endParaRPr/>
          </a:p>
          <a:p>
            <a:pPr marL="1422400" lvl="3" indent="-372910" algn="l" rtl="0">
              <a:lnSpc>
                <a:spcPct val="100000"/>
              </a:lnSpc>
              <a:spcBef>
                <a:spcPts val="1000"/>
              </a:spcBef>
              <a:spcAft>
                <a:spcPts val="0"/>
              </a:spcAft>
              <a:buClr>
                <a:srgbClr val="FFFFFF"/>
              </a:buClr>
              <a:buSzPts val="3625"/>
              <a:buFont typeface="Helvetica Neue"/>
              <a:buChar char="•"/>
            </a:pPr>
            <a:r>
              <a:rPr lang="en-US"/>
              <a:t>Presence/Absence (repeat visit): occupancy models</a:t>
            </a:r>
            <a:endParaRPr/>
          </a:p>
          <a:p>
            <a:pPr marL="1422400" lvl="3" indent="-372910" algn="l" rtl="0">
              <a:lnSpc>
                <a:spcPct val="100000"/>
              </a:lnSpc>
              <a:spcBef>
                <a:spcPts val="1000"/>
              </a:spcBef>
              <a:spcAft>
                <a:spcPts val="0"/>
              </a:spcAft>
              <a:buClr>
                <a:srgbClr val="FFFFFF"/>
              </a:buClr>
              <a:buSzPts val="3625"/>
              <a:buFont typeface="Helvetica Neue"/>
              <a:buChar char="•"/>
            </a:pPr>
            <a:r>
              <a:rPr lang="en-US"/>
              <a:t>Presence/Background: Maxent, Point Process Models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14"/>
          <p:cNvSpPr txBox="1">
            <a:spLocks noGrp="1"/>
          </p:cNvSpPr>
          <p:nvPr>
            <p:ph type="title"/>
          </p:nvPr>
        </p:nvSpPr>
        <p:spPr>
          <a:xfrm>
            <a:off x="342304" y="254000"/>
            <a:ext cx="12320100" cy="1893600"/>
          </a:xfrm>
          <a:prstGeom prst="rect">
            <a:avLst/>
          </a:prstGeom>
          <a:noFill/>
          <a:ln>
            <a:noFill/>
          </a:ln>
        </p:spPr>
        <p:txBody>
          <a:bodyPr spcFirstLastPara="1" wrap="square" lIns="50800" tIns="50800" rIns="50800" bIns="50800" anchor="ctr" anchorCtr="0">
            <a:normAutofit fontScale="90000"/>
          </a:bodyPr>
          <a:lstStyle/>
          <a:p>
            <a:pPr marL="0" lvl="0" indent="0" algn="ctr" rtl="0">
              <a:lnSpc>
                <a:spcPct val="100000"/>
              </a:lnSpc>
              <a:spcBef>
                <a:spcPts val="0"/>
              </a:spcBef>
              <a:spcAft>
                <a:spcPts val="0"/>
              </a:spcAft>
              <a:buClr>
                <a:srgbClr val="FFFFFF"/>
              </a:buClr>
              <a:buSzPct val="55000"/>
              <a:buFont typeface="Helvetica Neue"/>
              <a:buNone/>
            </a:pPr>
            <a:r>
              <a:rPr lang="en-US"/>
              <a:t>So many algorithms… </a:t>
            </a:r>
            <a:br>
              <a:rPr lang="en-US"/>
            </a:br>
            <a:r>
              <a:rPr lang="en-US"/>
              <a:t>is there a preferred one?</a:t>
            </a:r>
            <a:endParaRPr/>
          </a:p>
        </p:txBody>
      </p:sp>
      <p:sp>
        <p:nvSpPr>
          <p:cNvPr id="4" name="Google Shape;230;p15">
            <a:extLst>
              <a:ext uri="{FF2B5EF4-FFF2-40B4-BE49-F238E27FC236}">
                <a16:creationId xmlns:a16="http://schemas.microsoft.com/office/drawing/2014/main" id="{6B05EDFE-0124-89DD-868F-E96183810684}"/>
              </a:ext>
            </a:extLst>
          </p:cNvPr>
          <p:cNvSpPr txBox="1">
            <a:spLocks/>
          </p:cNvSpPr>
          <p:nvPr/>
        </p:nvSpPr>
        <p:spPr>
          <a:xfrm>
            <a:off x="117032" y="2656225"/>
            <a:ext cx="12697500" cy="6169800"/>
          </a:xfrm>
          <a:prstGeom prst="rect">
            <a:avLst/>
          </a:prstGeom>
          <a:noFill/>
          <a:ln>
            <a:noFill/>
          </a:ln>
        </p:spPr>
        <p:txBody>
          <a:bodyPr spcFirstLastPara="1" wrap="square" lIns="50800" tIns="50800" rIns="50800" bIns="50800" anchor="t" anchorCtr="0">
            <a:normAutofit lnSpcReduction="10000"/>
          </a:bodyPr>
          <a:lstStyle>
            <a:defPPr marR="0" lvl="0" algn="l" rtl="0">
              <a:lnSpc>
                <a:spcPct val="100000"/>
              </a:lnSpc>
              <a:spcBef>
                <a:spcPts val="0"/>
              </a:spcBef>
              <a:spcAft>
                <a:spcPts val="0"/>
              </a:spcAft>
            </a:defPPr>
            <a:lvl1pPr marL="457200" marR="0" lvl="0" indent="-394335" algn="l" rtl="0">
              <a:lnSpc>
                <a:spcPct val="100000"/>
              </a:lnSpc>
              <a:spcBef>
                <a:spcPts val="4200"/>
              </a:spcBef>
              <a:spcAft>
                <a:spcPts val="0"/>
              </a:spcAft>
              <a:buClr>
                <a:srgbClr val="FFFFFF"/>
              </a:buClr>
              <a:buSzPts val="2610"/>
              <a:buFont typeface="Helvetica Neue"/>
              <a:buChar char="•"/>
              <a:defRPr sz="3200" b="0" i="0" u="none" strike="noStrike" cap="none">
                <a:solidFill>
                  <a:srgbClr val="FFFFFF"/>
                </a:solidFill>
                <a:latin typeface="Helvetica Neue"/>
                <a:ea typeface="Helvetica Neue"/>
                <a:cs typeface="Helvetica Neue"/>
                <a:sym typeface="Helvetica Neue"/>
              </a:defRPr>
            </a:lvl1pPr>
            <a:lvl2pPr marL="914400" marR="0" lvl="1" indent="-394335" algn="l" rtl="0">
              <a:lnSpc>
                <a:spcPct val="100000"/>
              </a:lnSpc>
              <a:spcBef>
                <a:spcPts val="4200"/>
              </a:spcBef>
              <a:spcAft>
                <a:spcPts val="0"/>
              </a:spcAft>
              <a:buClr>
                <a:srgbClr val="FFFFFF"/>
              </a:buClr>
              <a:buSzPts val="2610"/>
              <a:buFont typeface="Helvetica Neue"/>
              <a:buChar char="•"/>
              <a:defRPr sz="3200" b="0" i="0" u="none" strike="noStrike" cap="none">
                <a:solidFill>
                  <a:srgbClr val="FFFFFF"/>
                </a:solidFill>
                <a:latin typeface="Helvetica Neue"/>
                <a:ea typeface="Helvetica Neue"/>
                <a:cs typeface="Helvetica Neue"/>
                <a:sym typeface="Helvetica Neue"/>
              </a:defRPr>
            </a:lvl2pPr>
            <a:lvl3pPr marL="1371600" marR="0" lvl="2" indent="-394335" algn="l" rtl="0">
              <a:lnSpc>
                <a:spcPct val="100000"/>
              </a:lnSpc>
              <a:spcBef>
                <a:spcPts val="4200"/>
              </a:spcBef>
              <a:spcAft>
                <a:spcPts val="0"/>
              </a:spcAft>
              <a:buClr>
                <a:srgbClr val="FFFFFF"/>
              </a:buClr>
              <a:buSzPts val="2610"/>
              <a:buFont typeface="Helvetica Neue"/>
              <a:buChar char="•"/>
              <a:defRPr sz="3200" b="0" i="0" u="none" strike="noStrike" cap="none">
                <a:solidFill>
                  <a:srgbClr val="FFFFFF"/>
                </a:solidFill>
                <a:latin typeface="Helvetica Neue"/>
                <a:ea typeface="Helvetica Neue"/>
                <a:cs typeface="Helvetica Neue"/>
                <a:sym typeface="Helvetica Neue"/>
              </a:defRPr>
            </a:lvl3pPr>
            <a:lvl4pPr marL="1828800" marR="0" lvl="3" indent="-394335" algn="l" rtl="0">
              <a:lnSpc>
                <a:spcPct val="100000"/>
              </a:lnSpc>
              <a:spcBef>
                <a:spcPts val="4200"/>
              </a:spcBef>
              <a:spcAft>
                <a:spcPts val="0"/>
              </a:spcAft>
              <a:buClr>
                <a:srgbClr val="FFFFFF"/>
              </a:buClr>
              <a:buSzPts val="2610"/>
              <a:buFont typeface="Helvetica Neue"/>
              <a:buChar char="•"/>
              <a:defRPr sz="3200" b="0" i="0" u="none" strike="noStrike" cap="none">
                <a:solidFill>
                  <a:srgbClr val="FFFFFF"/>
                </a:solidFill>
                <a:latin typeface="Helvetica Neue"/>
                <a:ea typeface="Helvetica Neue"/>
                <a:cs typeface="Helvetica Neue"/>
                <a:sym typeface="Helvetica Neue"/>
              </a:defRPr>
            </a:lvl4pPr>
            <a:lvl5pPr marL="2286000" marR="0" lvl="4" indent="-394335" algn="l" rtl="0">
              <a:lnSpc>
                <a:spcPct val="100000"/>
              </a:lnSpc>
              <a:spcBef>
                <a:spcPts val="4200"/>
              </a:spcBef>
              <a:spcAft>
                <a:spcPts val="0"/>
              </a:spcAft>
              <a:buClr>
                <a:srgbClr val="FFFFFF"/>
              </a:buClr>
              <a:buSzPts val="2610"/>
              <a:buFont typeface="Helvetica Neue"/>
              <a:buChar char="•"/>
              <a:defRPr sz="3200" b="0" i="0" u="none" strike="noStrike" cap="none">
                <a:solidFill>
                  <a:srgbClr val="FFFFFF"/>
                </a:solidFill>
                <a:latin typeface="Helvetica Neue"/>
                <a:ea typeface="Helvetica Neue"/>
                <a:cs typeface="Helvetica Neue"/>
                <a:sym typeface="Helvetica Neue"/>
              </a:defRPr>
            </a:lvl5pPr>
            <a:lvl6pPr marL="2743200" marR="0" lvl="5" indent="-394335" algn="l" rtl="0">
              <a:lnSpc>
                <a:spcPct val="100000"/>
              </a:lnSpc>
              <a:spcBef>
                <a:spcPts val="4200"/>
              </a:spcBef>
              <a:spcAft>
                <a:spcPts val="0"/>
              </a:spcAft>
              <a:buClr>
                <a:srgbClr val="FFFFFF"/>
              </a:buClr>
              <a:buSzPts val="2610"/>
              <a:buFont typeface="Helvetica Neue"/>
              <a:buChar char="•"/>
              <a:defRPr sz="3200" b="0" i="0" u="none" strike="noStrike" cap="none">
                <a:solidFill>
                  <a:srgbClr val="FFFFFF"/>
                </a:solidFill>
                <a:latin typeface="Helvetica Neue"/>
                <a:ea typeface="Helvetica Neue"/>
                <a:cs typeface="Helvetica Neue"/>
                <a:sym typeface="Helvetica Neue"/>
              </a:defRPr>
            </a:lvl6pPr>
            <a:lvl7pPr marL="3200400" marR="0" lvl="6" indent="-394335" algn="l" rtl="0">
              <a:lnSpc>
                <a:spcPct val="100000"/>
              </a:lnSpc>
              <a:spcBef>
                <a:spcPts val="4200"/>
              </a:spcBef>
              <a:spcAft>
                <a:spcPts val="0"/>
              </a:spcAft>
              <a:buClr>
                <a:srgbClr val="FFFFFF"/>
              </a:buClr>
              <a:buSzPts val="2610"/>
              <a:buFont typeface="Helvetica Neue"/>
              <a:buChar char="•"/>
              <a:defRPr sz="3200" b="0" i="0" u="none" strike="noStrike" cap="none">
                <a:solidFill>
                  <a:srgbClr val="FFFFFF"/>
                </a:solidFill>
                <a:latin typeface="Helvetica Neue"/>
                <a:ea typeface="Helvetica Neue"/>
                <a:cs typeface="Helvetica Neue"/>
                <a:sym typeface="Helvetica Neue"/>
              </a:defRPr>
            </a:lvl7pPr>
            <a:lvl8pPr marL="3657600" marR="0" lvl="7" indent="-394334" algn="l" rtl="0">
              <a:lnSpc>
                <a:spcPct val="100000"/>
              </a:lnSpc>
              <a:spcBef>
                <a:spcPts val="4200"/>
              </a:spcBef>
              <a:spcAft>
                <a:spcPts val="0"/>
              </a:spcAft>
              <a:buClr>
                <a:srgbClr val="FFFFFF"/>
              </a:buClr>
              <a:buSzPts val="2610"/>
              <a:buFont typeface="Helvetica Neue"/>
              <a:buChar char="•"/>
              <a:defRPr sz="3200" b="0" i="0" u="none" strike="noStrike" cap="none">
                <a:solidFill>
                  <a:srgbClr val="FFFFFF"/>
                </a:solidFill>
                <a:latin typeface="Helvetica Neue"/>
                <a:ea typeface="Helvetica Neue"/>
                <a:cs typeface="Helvetica Neue"/>
                <a:sym typeface="Helvetica Neue"/>
              </a:defRPr>
            </a:lvl8pPr>
            <a:lvl9pPr marL="4114800" marR="0" lvl="8" indent="-394334" algn="l" rtl="0">
              <a:lnSpc>
                <a:spcPct val="100000"/>
              </a:lnSpc>
              <a:spcBef>
                <a:spcPts val="4200"/>
              </a:spcBef>
              <a:spcAft>
                <a:spcPts val="0"/>
              </a:spcAft>
              <a:buClr>
                <a:srgbClr val="FFFFFF"/>
              </a:buClr>
              <a:buSzPts val="2610"/>
              <a:buFont typeface="Helvetica Neue"/>
              <a:buChar char="•"/>
              <a:defRPr sz="3200" b="0" i="0" u="none" strike="noStrike" cap="none">
                <a:solidFill>
                  <a:srgbClr val="FFFFFF"/>
                </a:solidFill>
                <a:latin typeface="Helvetica Neue"/>
                <a:ea typeface="Helvetica Neue"/>
                <a:cs typeface="Helvetica Neue"/>
                <a:sym typeface="Helvetica Neue"/>
              </a:defRPr>
            </a:lvl9pPr>
          </a:lstStyle>
          <a:p>
            <a:pPr marL="355600" indent="-355600">
              <a:spcBef>
                <a:spcPts val="0"/>
              </a:spcBef>
              <a:buSzPts val="3625"/>
            </a:pPr>
            <a:r>
              <a:rPr lang="en-US"/>
              <a:t>We can classify them in 5 categories:</a:t>
            </a:r>
          </a:p>
          <a:p>
            <a:pPr marL="1422400" lvl="3" indent="-372910">
              <a:spcBef>
                <a:spcPts val="1000"/>
              </a:spcBef>
              <a:buSzPts val="3625"/>
            </a:pPr>
            <a:r>
              <a:rPr lang="en-US"/>
              <a:t>Presence only: </a:t>
            </a:r>
            <a:r>
              <a:rPr lang="en-US">
                <a:solidFill>
                  <a:schemeClr val="lt1"/>
                </a:solidFill>
              </a:rPr>
              <a:t>BIOCLIM</a:t>
            </a:r>
            <a:r>
              <a:rPr lang="en-US"/>
              <a:t>, DOMAIN, Mahalanobis distance</a:t>
            </a:r>
          </a:p>
          <a:p>
            <a:pPr marL="1422400" lvl="3" indent="-372910">
              <a:spcBef>
                <a:spcPts val="1000"/>
              </a:spcBef>
              <a:buSzPts val="3625"/>
            </a:pPr>
            <a:r>
              <a:rPr lang="en-US"/>
              <a:t>Presence/Absence or Pseudoabsence: logistic regression models (GLM, GAM), Random Forest, Boosted Regression Trees, GARP</a:t>
            </a:r>
          </a:p>
          <a:p>
            <a:pPr marL="1422400" lvl="3" indent="-372910">
              <a:spcBef>
                <a:spcPts val="1000"/>
              </a:spcBef>
              <a:buSzPts val="3625"/>
            </a:pPr>
            <a:r>
              <a:rPr lang="en-US"/>
              <a:t>Presence/Absence (repeat visit): occupancy models</a:t>
            </a:r>
          </a:p>
          <a:p>
            <a:pPr marL="1422400" lvl="3" indent="-372910">
              <a:spcBef>
                <a:spcPts val="1000"/>
              </a:spcBef>
              <a:buSzPts val="3625"/>
            </a:pPr>
            <a:r>
              <a:rPr lang="en-US"/>
              <a:t>Presence/Background: Maxent, Point Process Models</a:t>
            </a:r>
          </a:p>
          <a:p>
            <a:pPr marL="1422400" lvl="3" indent="-372910">
              <a:spcBef>
                <a:spcPts val="1000"/>
              </a:spcBef>
              <a:buSzPts val="3625"/>
            </a:pPr>
            <a:r>
              <a:rPr lang="en-US"/>
              <a:t>Model ensembles: multiple algorithms, or same algorithm with multiple settings</a:t>
            </a:r>
          </a:p>
          <a:p>
            <a:pPr marL="533400" lvl="1" indent="-372910">
              <a:spcBef>
                <a:spcPts val="1000"/>
              </a:spcBef>
              <a:buSzPts val="3625"/>
            </a:pPr>
            <a:r>
              <a:rPr lang="en-US"/>
              <a:t>Does the algorithm match the data? Are the ensembled models carefully chosen?</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34"/>
        <p:cNvGrpSpPr/>
        <p:nvPr/>
      </p:nvGrpSpPr>
      <p:grpSpPr>
        <a:xfrm>
          <a:off x="0" y="0"/>
          <a:ext cx="0" cy="0"/>
          <a:chOff x="0" y="0"/>
          <a:chExt cx="0" cy="0"/>
        </a:xfrm>
      </p:grpSpPr>
      <p:sp>
        <p:nvSpPr>
          <p:cNvPr id="235" name="Google Shape;235;p16"/>
          <p:cNvSpPr txBox="1">
            <a:spLocks noGrp="1"/>
          </p:cNvSpPr>
          <p:nvPr>
            <p:ph type="title"/>
          </p:nvPr>
        </p:nvSpPr>
        <p:spPr>
          <a:xfrm>
            <a:off x="605551" y="829881"/>
            <a:ext cx="11717868" cy="960889"/>
          </a:xfrm>
          <a:prstGeom prst="rect">
            <a:avLst/>
          </a:prstGeom>
          <a:noFill/>
          <a:ln>
            <a:noFill/>
          </a:ln>
        </p:spPr>
        <p:txBody>
          <a:bodyPr spcFirstLastPara="1" wrap="square" lIns="27075" tIns="27075" rIns="27075" bIns="27075" anchor="t" anchorCtr="0">
            <a:normAutofit/>
          </a:bodyPr>
          <a:lstStyle/>
          <a:p>
            <a:pPr marL="0" lvl="0" indent="0" algn="l" rtl="0">
              <a:lnSpc>
                <a:spcPct val="80000"/>
              </a:lnSpc>
              <a:spcBef>
                <a:spcPts val="0"/>
              </a:spcBef>
              <a:spcAft>
                <a:spcPts val="0"/>
              </a:spcAft>
              <a:buClr>
                <a:srgbClr val="FFFFFF"/>
              </a:buClr>
              <a:buSzPts val="3700"/>
              <a:buFont typeface="Helvetica Neue"/>
              <a:buNone/>
            </a:pPr>
            <a:r>
              <a:rPr lang="en-US"/>
              <a:t>Presence only</a:t>
            </a:r>
            <a:endParaRPr i="1"/>
          </a:p>
        </p:txBody>
      </p:sp>
      <p:sp>
        <p:nvSpPr>
          <p:cNvPr id="236" name="Google Shape;236;p16"/>
          <p:cNvSpPr txBox="1">
            <a:spLocks noGrp="1"/>
          </p:cNvSpPr>
          <p:nvPr>
            <p:ph type="body" idx="1"/>
          </p:nvPr>
        </p:nvSpPr>
        <p:spPr>
          <a:xfrm>
            <a:off x="688458" y="2235050"/>
            <a:ext cx="11718000" cy="1998300"/>
          </a:xfrm>
          <a:prstGeom prst="rect">
            <a:avLst/>
          </a:prstGeom>
          <a:noFill/>
          <a:ln>
            <a:noFill/>
          </a:ln>
        </p:spPr>
        <p:txBody>
          <a:bodyPr spcFirstLastPara="1" wrap="square" lIns="24375" tIns="24375" rIns="24375" bIns="24375" anchor="t" anchorCtr="0">
            <a:normAutofit/>
          </a:bodyPr>
          <a:lstStyle/>
          <a:p>
            <a:pPr marL="0" lvl="0" indent="0" algn="l" rtl="0">
              <a:lnSpc>
                <a:spcPct val="100000"/>
              </a:lnSpc>
              <a:spcBef>
                <a:spcPts val="0"/>
              </a:spcBef>
              <a:spcAft>
                <a:spcPts val="0"/>
              </a:spcAft>
              <a:buClr>
                <a:srgbClr val="FFFFFF"/>
              </a:buClr>
              <a:buSzPts val="3200"/>
              <a:buFont typeface="Helvetica Neue"/>
              <a:buNone/>
            </a:pPr>
            <a:r>
              <a:rPr lang="en-US" sz="3200" b="0"/>
              <a:t>BIOCLIM, HABITAT, DOMAIN, Mahalanobis distance</a:t>
            </a:r>
            <a:endParaRPr sz="3200" b="0"/>
          </a:p>
          <a:p>
            <a:pPr marL="0" lvl="0" indent="0" algn="l" rtl="0">
              <a:lnSpc>
                <a:spcPct val="100000"/>
              </a:lnSpc>
              <a:spcBef>
                <a:spcPts val="0"/>
              </a:spcBef>
              <a:spcAft>
                <a:spcPts val="0"/>
              </a:spcAft>
              <a:buClr>
                <a:srgbClr val="FFFFFF"/>
              </a:buClr>
              <a:buSzPts val="3200"/>
              <a:buFont typeface="Helvetica Neue"/>
              <a:buNone/>
            </a:pPr>
            <a:endParaRPr sz="3200" b="0"/>
          </a:p>
          <a:p>
            <a:pPr marL="0" lvl="0" indent="0" algn="l" rtl="0">
              <a:lnSpc>
                <a:spcPct val="100000"/>
              </a:lnSpc>
              <a:spcBef>
                <a:spcPts val="0"/>
              </a:spcBef>
              <a:spcAft>
                <a:spcPts val="0"/>
              </a:spcAft>
              <a:buClr>
                <a:srgbClr val="FFFFFF"/>
              </a:buClr>
              <a:buSzPts val="3200"/>
              <a:buFont typeface="Helvetica Neue"/>
              <a:buNone/>
            </a:pPr>
            <a:r>
              <a:rPr lang="en-US" sz="3200" b="0"/>
              <a:t>- Make predictions based on proximity to env. space of presences</a:t>
            </a:r>
            <a:endParaRPr sz="3200" b="0"/>
          </a:p>
        </p:txBody>
      </p:sp>
      <p:pic>
        <p:nvPicPr>
          <p:cNvPr id="237" name="Google Shape;237;p16"/>
          <p:cNvPicPr preferRelativeResize="0"/>
          <p:nvPr/>
        </p:nvPicPr>
        <p:blipFill rotWithShape="1">
          <a:blip r:embed="rId3">
            <a:alphaModFix/>
          </a:blip>
          <a:srcRect/>
          <a:stretch/>
        </p:blipFill>
        <p:spPr>
          <a:xfrm>
            <a:off x="483772" y="4571851"/>
            <a:ext cx="5384800" cy="4800600"/>
          </a:xfrm>
          <a:prstGeom prst="rect">
            <a:avLst/>
          </a:prstGeom>
          <a:noFill/>
          <a:ln>
            <a:noFill/>
          </a:ln>
        </p:spPr>
      </p:pic>
      <p:sp>
        <p:nvSpPr>
          <p:cNvPr id="238" name="Google Shape;238;p16"/>
          <p:cNvSpPr txBox="1"/>
          <p:nvPr/>
        </p:nvSpPr>
        <p:spPr>
          <a:xfrm>
            <a:off x="483772" y="9452664"/>
            <a:ext cx="5628357" cy="300936"/>
          </a:xfrm>
          <a:prstGeom prst="rect">
            <a:avLst/>
          </a:prstGeom>
          <a:noFill/>
          <a:ln>
            <a:noFill/>
          </a:ln>
        </p:spPr>
        <p:txBody>
          <a:bodyPr spcFirstLastPara="1" wrap="square" lIns="27075" tIns="27075" rIns="27075" bIns="27075" anchor="ctr" anchorCtr="0">
            <a:spAutoFit/>
          </a:bodyPr>
          <a:lstStyle/>
          <a:p>
            <a:pPr marL="0" marR="0" lvl="0" indent="0" algn="ctr" rtl="0">
              <a:lnSpc>
                <a:spcPct val="100000"/>
              </a:lnSpc>
              <a:spcBef>
                <a:spcPts val="0"/>
              </a:spcBef>
              <a:spcAft>
                <a:spcPts val="0"/>
              </a:spcAft>
              <a:buClr>
                <a:srgbClr val="FFFFFF"/>
              </a:buClr>
              <a:buSzPts val="1600"/>
              <a:buFont typeface="Helvetica Neue"/>
              <a:buNone/>
            </a:pPr>
            <a:r>
              <a:rPr lang="en-US" sz="1600" b="0" i="0" u="none" strike="noStrike" cap="none" dirty="0">
                <a:solidFill>
                  <a:srgbClr val="FFFFFF"/>
                </a:solidFill>
                <a:latin typeface="Helvetica Neue"/>
                <a:ea typeface="Helvetica Neue"/>
                <a:cs typeface="Helvetica Neue"/>
                <a:sym typeface="Helvetica Neue"/>
              </a:rPr>
              <a:t>https://</a:t>
            </a:r>
            <a:r>
              <a:rPr lang="en-US" sz="1600" b="0" i="0" u="none" strike="noStrike" cap="none" dirty="0" err="1">
                <a:solidFill>
                  <a:srgbClr val="FFFFFF"/>
                </a:solidFill>
                <a:latin typeface="Helvetica Neue"/>
                <a:ea typeface="Helvetica Neue"/>
                <a:cs typeface="Helvetica Neue"/>
                <a:sym typeface="Helvetica Neue"/>
              </a:rPr>
              <a:t>rspatial.org</a:t>
            </a:r>
            <a:r>
              <a:rPr lang="en-US" sz="1600" b="0" i="0" u="none" strike="noStrike" cap="none" dirty="0">
                <a:solidFill>
                  <a:srgbClr val="FFFFFF"/>
                </a:solidFill>
                <a:latin typeface="Helvetica Neue"/>
                <a:ea typeface="Helvetica Neue"/>
                <a:cs typeface="Helvetica Neue"/>
                <a:sym typeface="Helvetica Neue"/>
              </a:rPr>
              <a:t>/raster/</a:t>
            </a:r>
            <a:r>
              <a:rPr lang="en-US" sz="1600" b="0" i="0" u="none" strike="noStrike" cap="none" dirty="0" err="1">
                <a:solidFill>
                  <a:srgbClr val="FFFFFF"/>
                </a:solidFill>
                <a:latin typeface="Helvetica Neue"/>
                <a:ea typeface="Helvetica Neue"/>
                <a:cs typeface="Helvetica Neue"/>
                <a:sym typeface="Helvetica Neue"/>
              </a:rPr>
              <a:t>sdm</a:t>
            </a:r>
            <a:r>
              <a:rPr lang="en-US" sz="1600" b="0" i="0" u="none" strike="noStrike" cap="none" dirty="0">
                <a:solidFill>
                  <a:srgbClr val="FFFFFF"/>
                </a:solidFill>
                <a:latin typeface="Helvetica Neue"/>
                <a:ea typeface="Helvetica Neue"/>
                <a:cs typeface="Helvetica Neue"/>
                <a:sym typeface="Helvetica Neue"/>
              </a:rPr>
              <a:t>/6_sdm_methods.html#bioclim</a:t>
            </a:r>
            <a:endParaRPr sz="1600" b="0" i="0" u="none" strike="noStrike" cap="none" dirty="0">
              <a:solidFill>
                <a:srgbClr val="FFFFFF"/>
              </a:solidFill>
              <a:latin typeface="Helvetica Neue"/>
              <a:ea typeface="Helvetica Neue"/>
              <a:cs typeface="Helvetica Neue"/>
              <a:sym typeface="Helvetica Neue"/>
            </a:endParaRPr>
          </a:p>
        </p:txBody>
      </p:sp>
      <p:pic>
        <p:nvPicPr>
          <p:cNvPr id="239" name="Google Shape;239;p16"/>
          <p:cNvPicPr preferRelativeResize="0"/>
          <p:nvPr/>
        </p:nvPicPr>
        <p:blipFill rotWithShape="1">
          <a:blip r:embed="rId4">
            <a:alphaModFix/>
          </a:blip>
          <a:srcRect/>
          <a:stretch/>
        </p:blipFill>
        <p:spPr>
          <a:xfrm>
            <a:off x="7151919" y="4571851"/>
            <a:ext cx="5384800" cy="4862004"/>
          </a:xfrm>
          <a:prstGeom prst="rect">
            <a:avLst/>
          </a:prstGeom>
          <a:noFill/>
          <a:ln>
            <a:noFill/>
          </a:ln>
        </p:spPr>
      </p:pic>
      <p:sp>
        <p:nvSpPr>
          <p:cNvPr id="240" name="Google Shape;240;p16"/>
          <p:cNvSpPr/>
          <p:nvPr/>
        </p:nvSpPr>
        <p:spPr>
          <a:xfrm>
            <a:off x="6683839" y="9433855"/>
            <a:ext cx="6320961" cy="338554"/>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FFFFFF"/>
              </a:buClr>
              <a:buSzPts val="1600"/>
              <a:buFont typeface="Helvetica Neue"/>
              <a:buNone/>
            </a:pPr>
            <a:r>
              <a:rPr lang="en-US" sz="1600" b="0" i="0" u="none" strike="noStrike" cap="none" dirty="0">
                <a:solidFill>
                  <a:srgbClr val="FFFFFF"/>
                </a:solidFill>
                <a:latin typeface="Helvetica Neue"/>
                <a:ea typeface="Helvetica Neue"/>
                <a:cs typeface="Helvetica Neue"/>
                <a:sym typeface="Helvetica Neue"/>
              </a:rPr>
              <a:t>https://</a:t>
            </a:r>
            <a:r>
              <a:rPr lang="en-US" sz="1600" b="0" i="0" u="none" strike="noStrike" cap="none" dirty="0" err="1">
                <a:solidFill>
                  <a:srgbClr val="FFFFFF"/>
                </a:solidFill>
                <a:latin typeface="Helvetica Neue"/>
                <a:ea typeface="Helvetica Neue"/>
                <a:cs typeface="Helvetica Neue"/>
                <a:sym typeface="Helvetica Neue"/>
              </a:rPr>
              <a:t>damariszurell.github.io</a:t>
            </a:r>
            <a:r>
              <a:rPr lang="en-US" sz="1600" b="0" i="0" u="none" strike="noStrike" cap="none" dirty="0">
                <a:solidFill>
                  <a:srgbClr val="FFFFFF"/>
                </a:solidFill>
                <a:latin typeface="Helvetica Neue"/>
                <a:ea typeface="Helvetica Neue"/>
                <a:cs typeface="Helvetica Neue"/>
                <a:sym typeface="Helvetica Neue"/>
              </a:rPr>
              <a:t>/EEC-MGC/b6_SDM_algorithms.html</a:t>
            </a:r>
            <a:endParaRPr sz="1400" b="0" i="0" u="none" strike="noStrike" cap="none" dirty="0">
              <a:solidFill>
                <a:srgbClr val="000000"/>
              </a:solidFill>
              <a:latin typeface="Arial"/>
              <a:ea typeface="Arial"/>
              <a:cs typeface="Arial"/>
              <a:sym typeface="Aria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44"/>
        <p:cNvGrpSpPr/>
        <p:nvPr/>
      </p:nvGrpSpPr>
      <p:grpSpPr>
        <a:xfrm>
          <a:off x="0" y="0"/>
          <a:ext cx="0" cy="0"/>
          <a:chOff x="0" y="0"/>
          <a:chExt cx="0" cy="0"/>
        </a:xfrm>
      </p:grpSpPr>
      <p:pic>
        <p:nvPicPr>
          <p:cNvPr id="245" name="Google Shape;245;p17" descr="Screen Shot 2021-07-26 at 5.00.50 PM.png"/>
          <p:cNvPicPr preferRelativeResize="0"/>
          <p:nvPr/>
        </p:nvPicPr>
        <p:blipFill rotWithShape="1">
          <a:blip r:embed="rId3">
            <a:alphaModFix/>
          </a:blip>
          <a:srcRect/>
          <a:stretch/>
        </p:blipFill>
        <p:spPr>
          <a:xfrm>
            <a:off x="605548" y="4089537"/>
            <a:ext cx="5398632" cy="4938521"/>
          </a:xfrm>
          <a:prstGeom prst="rect">
            <a:avLst/>
          </a:prstGeom>
          <a:noFill/>
          <a:ln>
            <a:noFill/>
          </a:ln>
        </p:spPr>
      </p:pic>
      <p:sp>
        <p:nvSpPr>
          <p:cNvPr id="246" name="Google Shape;246;p17"/>
          <p:cNvSpPr txBox="1"/>
          <p:nvPr/>
        </p:nvSpPr>
        <p:spPr>
          <a:xfrm>
            <a:off x="5028564" y="8112674"/>
            <a:ext cx="1203588" cy="277099"/>
          </a:xfrm>
          <a:prstGeom prst="rect">
            <a:avLst/>
          </a:prstGeom>
          <a:noFill/>
          <a:ln>
            <a:noFill/>
          </a:ln>
        </p:spPr>
        <p:txBody>
          <a:bodyPr spcFirstLastPara="1" wrap="square" lIns="27075" tIns="27075" rIns="27075" bIns="27075" anchor="ctr" anchorCtr="0">
            <a:spAutoFit/>
          </a:bodyPr>
          <a:lstStyle/>
          <a:p>
            <a:pPr marL="0" marR="0" lvl="0" indent="0" algn="ctr" rtl="0">
              <a:lnSpc>
                <a:spcPct val="100000"/>
              </a:lnSpc>
              <a:spcBef>
                <a:spcPts val="0"/>
              </a:spcBef>
              <a:spcAft>
                <a:spcPts val="0"/>
              </a:spcAft>
              <a:buClr>
                <a:srgbClr val="000000"/>
              </a:buClr>
              <a:buSzPts val="1600"/>
              <a:buFont typeface="Helvetica Neue"/>
              <a:buNone/>
            </a:pPr>
            <a:r>
              <a:rPr lang="en-US" sz="1600" b="0" i="0" u="none" strike="noStrike" cap="none">
                <a:solidFill>
                  <a:srgbClr val="000000"/>
                </a:solidFill>
                <a:latin typeface="Helvetica Neue"/>
                <a:ea typeface="Helvetica Neue"/>
                <a:cs typeface="Helvetica Neue"/>
                <a:sym typeface="Helvetica Neue"/>
              </a:rPr>
              <a:t>Temperatura</a:t>
            </a:r>
            <a:endParaRPr sz="1400" b="0" i="0" u="none" strike="noStrike" cap="none">
              <a:solidFill>
                <a:srgbClr val="000000"/>
              </a:solidFill>
              <a:latin typeface="Arial"/>
              <a:ea typeface="Arial"/>
              <a:cs typeface="Arial"/>
              <a:sym typeface="Arial"/>
            </a:endParaRPr>
          </a:p>
        </p:txBody>
      </p:sp>
      <p:sp>
        <p:nvSpPr>
          <p:cNvPr id="247" name="Google Shape;247;p17"/>
          <p:cNvSpPr txBox="1">
            <a:spLocks noGrp="1"/>
          </p:cNvSpPr>
          <p:nvPr>
            <p:ph type="title"/>
          </p:nvPr>
        </p:nvSpPr>
        <p:spPr>
          <a:xfrm>
            <a:off x="643464" y="554206"/>
            <a:ext cx="11718000" cy="960900"/>
          </a:xfrm>
          <a:prstGeom prst="rect">
            <a:avLst/>
          </a:prstGeom>
          <a:noFill/>
          <a:ln>
            <a:noFill/>
          </a:ln>
        </p:spPr>
        <p:txBody>
          <a:bodyPr spcFirstLastPara="1" wrap="square" lIns="27075" tIns="27075" rIns="27075" bIns="27075" anchor="t" anchorCtr="0">
            <a:normAutofit fontScale="90000"/>
          </a:bodyPr>
          <a:lstStyle/>
          <a:p>
            <a:pPr marL="0" lvl="0" indent="0" algn="l" rtl="0">
              <a:lnSpc>
                <a:spcPct val="80000"/>
              </a:lnSpc>
              <a:spcBef>
                <a:spcPts val="0"/>
              </a:spcBef>
              <a:spcAft>
                <a:spcPts val="0"/>
              </a:spcAft>
              <a:buClr>
                <a:srgbClr val="FFFFFF"/>
              </a:buClr>
              <a:buSzPct val="61666"/>
              <a:buFont typeface="Helvetica Neue"/>
              <a:buNone/>
            </a:pPr>
            <a:r>
              <a:rPr lang="en-US"/>
              <a:t>Presence/Absence or Presence/Pseudoabsence</a:t>
            </a:r>
            <a:endParaRPr i="1"/>
          </a:p>
        </p:txBody>
      </p:sp>
      <p:pic>
        <p:nvPicPr>
          <p:cNvPr id="248" name="Google Shape;248;p17"/>
          <p:cNvPicPr preferRelativeResize="0"/>
          <p:nvPr/>
        </p:nvPicPr>
        <p:blipFill rotWithShape="1">
          <a:blip r:embed="rId4">
            <a:alphaModFix/>
          </a:blip>
          <a:srcRect/>
          <a:stretch/>
        </p:blipFill>
        <p:spPr>
          <a:xfrm>
            <a:off x="6772650" y="4150159"/>
            <a:ext cx="5398633" cy="4877899"/>
          </a:xfrm>
          <a:prstGeom prst="rect">
            <a:avLst/>
          </a:prstGeom>
          <a:noFill/>
          <a:ln>
            <a:noFill/>
          </a:ln>
        </p:spPr>
      </p:pic>
      <p:sp>
        <p:nvSpPr>
          <p:cNvPr id="249" name="Google Shape;249;p17"/>
          <p:cNvSpPr txBox="1">
            <a:spLocks noGrp="1"/>
          </p:cNvSpPr>
          <p:nvPr>
            <p:ph type="body" idx="1"/>
          </p:nvPr>
        </p:nvSpPr>
        <p:spPr>
          <a:xfrm>
            <a:off x="672003" y="2537050"/>
            <a:ext cx="7909200" cy="1380300"/>
          </a:xfrm>
          <a:prstGeom prst="rect">
            <a:avLst/>
          </a:prstGeom>
          <a:noFill/>
          <a:ln>
            <a:noFill/>
          </a:ln>
        </p:spPr>
        <p:txBody>
          <a:bodyPr spcFirstLastPara="1" wrap="square" lIns="24375" tIns="24375" rIns="24375" bIns="24375" anchor="t" anchorCtr="0">
            <a:normAutofit lnSpcReduction="10000"/>
          </a:bodyPr>
          <a:lstStyle/>
          <a:p>
            <a:pPr marL="0" lvl="0" indent="0" algn="l" rtl="0">
              <a:lnSpc>
                <a:spcPct val="100000"/>
              </a:lnSpc>
              <a:spcBef>
                <a:spcPts val="0"/>
              </a:spcBef>
              <a:spcAft>
                <a:spcPts val="0"/>
              </a:spcAft>
              <a:buSzPts val="2964"/>
              <a:buNone/>
            </a:pPr>
            <a:r>
              <a:rPr lang="en-US" sz="3200" b="0"/>
              <a:t>Generalized linear models (GLM)</a:t>
            </a:r>
            <a:endParaRPr sz="3200" b="0"/>
          </a:p>
          <a:p>
            <a:pPr marL="457200" lvl="0" indent="0" algn="l" rtl="0">
              <a:lnSpc>
                <a:spcPct val="100000"/>
              </a:lnSpc>
              <a:spcBef>
                <a:spcPts val="0"/>
              </a:spcBef>
              <a:spcAft>
                <a:spcPts val="0"/>
              </a:spcAft>
              <a:buSzPts val="2964"/>
              <a:buNone/>
            </a:pPr>
            <a:endParaRPr sz="3200" b="0"/>
          </a:p>
          <a:p>
            <a:pPr marL="457200" lvl="0" indent="-412750" algn="l" rtl="0">
              <a:lnSpc>
                <a:spcPct val="100000"/>
              </a:lnSpc>
              <a:spcBef>
                <a:spcPts val="0"/>
              </a:spcBef>
              <a:spcAft>
                <a:spcPts val="0"/>
              </a:spcAft>
              <a:buSzPts val="2900"/>
              <a:buChar char="●"/>
            </a:pPr>
            <a:r>
              <a:rPr lang="en-US" sz="2900" b="0"/>
              <a:t> Logistic regression (binomial family)</a:t>
            </a:r>
            <a:endParaRPr sz="2900" b="0"/>
          </a:p>
        </p:txBody>
      </p:sp>
      <p:sp>
        <p:nvSpPr>
          <p:cNvPr id="250" name="Google Shape;250;p17"/>
          <p:cNvSpPr/>
          <p:nvPr/>
        </p:nvSpPr>
        <p:spPr>
          <a:xfrm>
            <a:off x="6683839" y="9028058"/>
            <a:ext cx="6320961" cy="338554"/>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FFFFFF"/>
              </a:buClr>
              <a:buSzPts val="1600"/>
              <a:buFont typeface="Helvetica Neue"/>
              <a:buNone/>
            </a:pPr>
            <a:r>
              <a:rPr lang="en-US" sz="1600" b="0" i="0" u="none" strike="noStrike" cap="none" dirty="0">
                <a:solidFill>
                  <a:srgbClr val="FFFFFF"/>
                </a:solidFill>
                <a:latin typeface="Helvetica Neue"/>
                <a:ea typeface="Helvetica Neue"/>
                <a:cs typeface="Helvetica Neue"/>
                <a:sym typeface="Helvetica Neue"/>
              </a:rPr>
              <a:t>https://</a:t>
            </a:r>
            <a:r>
              <a:rPr lang="en-US" sz="1600" b="0" i="0" u="none" strike="noStrike" cap="none" dirty="0" err="1">
                <a:solidFill>
                  <a:srgbClr val="FFFFFF"/>
                </a:solidFill>
                <a:latin typeface="Helvetica Neue"/>
                <a:ea typeface="Helvetica Neue"/>
                <a:cs typeface="Helvetica Neue"/>
                <a:sym typeface="Helvetica Neue"/>
              </a:rPr>
              <a:t>damariszurell.github.io</a:t>
            </a:r>
            <a:r>
              <a:rPr lang="en-US" sz="1600" b="0" i="0" u="none" strike="noStrike" cap="none" dirty="0">
                <a:solidFill>
                  <a:srgbClr val="FFFFFF"/>
                </a:solidFill>
                <a:latin typeface="Helvetica Neue"/>
                <a:ea typeface="Helvetica Neue"/>
                <a:cs typeface="Helvetica Neue"/>
                <a:sym typeface="Helvetica Neue"/>
              </a:rPr>
              <a:t>/EEC-MGC/b6_SDM_algorithms.html</a:t>
            </a:r>
            <a:endParaRPr sz="1400" b="0" i="0" u="none" strike="noStrike" cap="none" dirty="0">
              <a:solidFill>
                <a:srgbClr val="000000"/>
              </a:solidFill>
              <a:latin typeface="Arial"/>
              <a:ea typeface="Arial"/>
              <a:cs typeface="Arial"/>
              <a:sym typeface="Arial"/>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54"/>
        <p:cNvGrpSpPr/>
        <p:nvPr/>
      </p:nvGrpSpPr>
      <p:grpSpPr>
        <a:xfrm>
          <a:off x="0" y="0"/>
          <a:ext cx="0" cy="0"/>
          <a:chOff x="0" y="0"/>
          <a:chExt cx="0" cy="0"/>
        </a:xfrm>
      </p:grpSpPr>
      <p:sp>
        <p:nvSpPr>
          <p:cNvPr id="255" name="Google Shape;255;p18"/>
          <p:cNvSpPr txBox="1"/>
          <p:nvPr/>
        </p:nvSpPr>
        <p:spPr>
          <a:xfrm>
            <a:off x="5028564" y="8112674"/>
            <a:ext cx="1203588" cy="277099"/>
          </a:xfrm>
          <a:prstGeom prst="rect">
            <a:avLst/>
          </a:prstGeom>
          <a:noFill/>
          <a:ln>
            <a:noFill/>
          </a:ln>
        </p:spPr>
        <p:txBody>
          <a:bodyPr spcFirstLastPara="1" wrap="square" lIns="27075" tIns="27075" rIns="27075" bIns="27075" anchor="ctr" anchorCtr="0">
            <a:spAutoFit/>
          </a:bodyPr>
          <a:lstStyle/>
          <a:p>
            <a:pPr marL="0" marR="0" lvl="0" indent="0" algn="ctr" rtl="0">
              <a:lnSpc>
                <a:spcPct val="100000"/>
              </a:lnSpc>
              <a:spcBef>
                <a:spcPts val="0"/>
              </a:spcBef>
              <a:spcAft>
                <a:spcPts val="0"/>
              </a:spcAft>
              <a:buClr>
                <a:srgbClr val="000000"/>
              </a:buClr>
              <a:buSzPts val="1600"/>
              <a:buFont typeface="Helvetica Neue"/>
              <a:buNone/>
            </a:pPr>
            <a:r>
              <a:rPr lang="en-US" sz="1600" b="0" i="0" u="none" strike="noStrike" cap="none">
                <a:solidFill>
                  <a:srgbClr val="000000"/>
                </a:solidFill>
                <a:latin typeface="Helvetica Neue"/>
                <a:ea typeface="Helvetica Neue"/>
                <a:cs typeface="Helvetica Neue"/>
                <a:sym typeface="Helvetica Neue"/>
              </a:rPr>
              <a:t>Temperatura</a:t>
            </a:r>
            <a:endParaRPr sz="1400" b="0" i="0" u="none" strike="noStrike" cap="none">
              <a:solidFill>
                <a:srgbClr val="000000"/>
              </a:solidFill>
              <a:latin typeface="Arial"/>
              <a:ea typeface="Arial"/>
              <a:cs typeface="Arial"/>
              <a:sym typeface="Arial"/>
            </a:endParaRPr>
          </a:p>
        </p:txBody>
      </p:sp>
      <p:sp>
        <p:nvSpPr>
          <p:cNvPr id="256" name="Google Shape;256;p18"/>
          <p:cNvSpPr txBox="1">
            <a:spLocks noGrp="1"/>
          </p:cNvSpPr>
          <p:nvPr>
            <p:ph type="title"/>
          </p:nvPr>
        </p:nvSpPr>
        <p:spPr>
          <a:xfrm>
            <a:off x="605551" y="829881"/>
            <a:ext cx="11717868" cy="960889"/>
          </a:xfrm>
          <a:prstGeom prst="rect">
            <a:avLst/>
          </a:prstGeom>
          <a:noFill/>
          <a:ln>
            <a:noFill/>
          </a:ln>
        </p:spPr>
        <p:txBody>
          <a:bodyPr spcFirstLastPara="1" wrap="square" lIns="27075" tIns="27075" rIns="27075" bIns="27075" anchor="t" anchorCtr="0">
            <a:normAutofit fontScale="90000"/>
          </a:bodyPr>
          <a:lstStyle/>
          <a:p>
            <a:pPr marL="0" lvl="0" indent="0" algn="l" rtl="0">
              <a:lnSpc>
                <a:spcPct val="80000"/>
              </a:lnSpc>
              <a:spcBef>
                <a:spcPts val="0"/>
              </a:spcBef>
              <a:spcAft>
                <a:spcPts val="0"/>
              </a:spcAft>
              <a:buClr>
                <a:srgbClr val="FFFFFF"/>
              </a:buClr>
              <a:buSzPct val="61666"/>
              <a:buFont typeface="Helvetica Neue"/>
              <a:buNone/>
            </a:pPr>
            <a:r>
              <a:rPr lang="en-US"/>
              <a:t>Presence/Absence or Presence/Pseudoabsence</a:t>
            </a:r>
            <a:endParaRPr i="1"/>
          </a:p>
        </p:txBody>
      </p:sp>
      <p:sp>
        <p:nvSpPr>
          <p:cNvPr id="257" name="Google Shape;257;p18"/>
          <p:cNvSpPr txBox="1">
            <a:spLocks noGrp="1"/>
          </p:cNvSpPr>
          <p:nvPr>
            <p:ph type="body" idx="1"/>
          </p:nvPr>
        </p:nvSpPr>
        <p:spPr>
          <a:xfrm>
            <a:off x="643475" y="2652300"/>
            <a:ext cx="11597700" cy="1943700"/>
          </a:xfrm>
          <a:prstGeom prst="rect">
            <a:avLst/>
          </a:prstGeom>
          <a:noFill/>
          <a:ln>
            <a:noFill/>
          </a:ln>
        </p:spPr>
        <p:txBody>
          <a:bodyPr spcFirstLastPara="1" wrap="square" lIns="24375" tIns="24375" rIns="24375" bIns="24375" anchor="t" anchorCtr="0">
            <a:normAutofit/>
          </a:bodyPr>
          <a:lstStyle/>
          <a:p>
            <a:pPr marL="0" lvl="0" indent="0" algn="l" rtl="0">
              <a:lnSpc>
                <a:spcPct val="100000"/>
              </a:lnSpc>
              <a:spcBef>
                <a:spcPts val="0"/>
              </a:spcBef>
              <a:spcAft>
                <a:spcPts val="0"/>
              </a:spcAft>
              <a:buClr>
                <a:srgbClr val="FFFFFF"/>
              </a:buClr>
              <a:buSzPts val="3200"/>
              <a:buFont typeface="Helvetica Neue"/>
              <a:buNone/>
            </a:pPr>
            <a:r>
              <a:rPr lang="en-US" sz="3200" b="0"/>
              <a:t>Generalized additive models (GAM)</a:t>
            </a:r>
            <a:endParaRPr/>
          </a:p>
          <a:p>
            <a:pPr marL="0" lvl="0" indent="0" algn="l" rtl="0">
              <a:lnSpc>
                <a:spcPct val="100000"/>
              </a:lnSpc>
              <a:spcBef>
                <a:spcPts val="0"/>
              </a:spcBef>
              <a:spcAft>
                <a:spcPts val="0"/>
              </a:spcAft>
              <a:buClr>
                <a:srgbClr val="FFFFFF"/>
              </a:buClr>
              <a:buSzPts val="3200"/>
              <a:buFont typeface="Helvetica Neue"/>
              <a:buNone/>
            </a:pPr>
            <a:endParaRPr sz="3200" b="0"/>
          </a:p>
          <a:p>
            <a:pPr marL="457200" lvl="0" indent="-457200" algn="l" rtl="0">
              <a:lnSpc>
                <a:spcPct val="100000"/>
              </a:lnSpc>
              <a:spcBef>
                <a:spcPts val="0"/>
              </a:spcBef>
              <a:spcAft>
                <a:spcPts val="0"/>
              </a:spcAft>
              <a:buClr>
                <a:srgbClr val="FFFFFF"/>
              </a:buClr>
              <a:buSzPts val="3000"/>
              <a:buFont typeface="Helvetica Neue"/>
              <a:buChar char="-"/>
            </a:pPr>
            <a:r>
              <a:rPr lang="en-US" sz="3000" b="0"/>
              <a:t>Logistic regression (binomial family)</a:t>
            </a:r>
            <a:endParaRPr sz="2764"/>
          </a:p>
          <a:p>
            <a:pPr marL="457200" lvl="0" indent="-457200" algn="l" rtl="0">
              <a:lnSpc>
                <a:spcPct val="100000"/>
              </a:lnSpc>
              <a:spcBef>
                <a:spcPts val="0"/>
              </a:spcBef>
              <a:spcAft>
                <a:spcPts val="0"/>
              </a:spcAft>
              <a:buClr>
                <a:srgbClr val="FFFFFF"/>
              </a:buClr>
              <a:buSzPts val="3000"/>
              <a:buFont typeface="Helvetica Neue"/>
              <a:buChar char="-"/>
            </a:pPr>
            <a:r>
              <a:rPr lang="en-US" sz="3000" b="0"/>
              <a:t>Nonparametric splines</a:t>
            </a:r>
            <a:endParaRPr sz="3000" b="0"/>
          </a:p>
        </p:txBody>
      </p:sp>
      <p:sp>
        <p:nvSpPr>
          <p:cNvPr id="258" name="Google Shape;258;p18"/>
          <p:cNvSpPr/>
          <p:nvPr/>
        </p:nvSpPr>
        <p:spPr>
          <a:xfrm>
            <a:off x="7929600" y="8852975"/>
            <a:ext cx="4445400" cy="338700"/>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FFFFFF"/>
              </a:buClr>
              <a:buSzPts val="1600"/>
              <a:buFont typeface="Helvetica Neue"/>
              <a:buNone/>
            </a:pPr>
            <a:r>
              <a:rPr lang="en-US" sz="1400" b="0" i="0" u="none" strike="noStrike" cap="none">
                <a:solidFill>
                  <a:srgbClr val="FFFFFF"/>
                </a:solidFill>
                <a:latin typeface="Helvetica Neue"/>
                <a:ea typeface="Helvetica Neue"/>
                <a:cs typeface="Helvetica Neue"/>
                <a:sym typeface="Helvetica Neue"/>
              </a:rPr>
              <a:t>https://damariszurell.github.io/EEC-MGC/b6_SDM_algorithms.html</a:t>
            </a:r>
            <a:endParaRPr sz="1400" b="0" i="0" u="none" strike="noStrike" cap="none">
              <a:solidFill>
                <a:srgbClr val="000000"/>
              </a:solidFill>
              <a:latin typeface="Arial"/>
              <a:ea typeface="Arial"/>
              <a:cs typeface="Arial"/>
              <a:sym typeface="Arial"/>
            </a:endParaRPr>
          </a:p>
        </p:txBody>
      </p:sp>
      <p:pic>
        <p:nvPicPr>
          <p:cNvPr id="259" name="Google Shape;259;p18"/>
          <p:cNvPicPr preferRelativeResize="0"/>
          <p:nvPr/>
        </p:nvPicPr>
        <p:blipFill rotWithShape="1">
          <a:blip r:embed="rId3">
            <a:alphaModFix/>
          </a:blip>
          <a:srcRect/>
          <a:stretch/>
        </p:blipFill>
        <p:spPr>
          <a:xfrm>
            <a:off x="7929609" y="4876800"/>
            <a:ext cx="4393810" cy="3976180"/>
          </a:xfrm>
          <a:prstGeom prst="rect">
            <a:avLst/>
          </a:prstGeom>
          <a:noFill/>
          <a:ln>
            <a:noFill/>
          </a:ln>
        </p:spPr>
      </p:pic>
      <p:pic>
        <p:nvPicPr>
          <p:cNvPr id="260" name="Google Shape;260;p18"/>
          <p:cNvPicPr preferRelativeResize="0"/>
          <p:nvPr/>
        </p:nvPicPr>
        <p:blipFill rotWithShape="1">
          <a:blip r:embed="rId4">
            <a:alphaModFix/>
          </a:blip>
          <a:srcRect/>
          <a:stretch/>
        </p:blipFill>
        <p:spPr>
          <a:xfrm>
            <a:off x="438097" y="5157775"/>
            <a:ext cx="6527736" cy="3474798"/>
          </a:xfrm>
          <a:prstGeom prst="rect">
            <a:avLst/>
          </a:prstGeom>
          <a:noFill/>
          <a:ln>
            <a:noFill/>
          </a:ln>
        </p:spPr>
      </p:pic>
      <p:sp>
        <p:nvSpPr>
          <p:cNvPr id="261" name="Google Shape;261;p18"/>
          <p:cNvSpPr txBox="1"/>
          <p:nvPr/>
        </p:nvSpPr>
        <p:spPr>
          <a:xfrm>
            <a:off x="438100" y="8653425"/>
            <a:ext cx="6527700" cy="485700"/>
          </a:xfrm>
          <a:prstGeom prst="rect">
            <a:avLst/>
          </a:prstGeom>
          <a:noFill/>
          <a:ln>
            <a:noFill/>
          </a:ln>
        </p:spPr>
        <p:txBody>
          <a:bodyPr spcFirstLastPara="1" wrap="square" lIns="27075" tIns="27075" rIns="27075" bIns="27075" anchor="ctr" anchorCtr="0">
            <a:spAutoFit/>
          </a:bodyPr>
          <a:lstStyle/>
          <a:p>
            <a:pPr marL="0" marR="0" lvl="0" indent="0" algn="ctr" rtl="0">
              <a:lnSpc>
                <a:spcPct val="100000"/>
              </a:lnSpc>
              <a:spcBef>
                <a:spcPts val="0"/>
              </a:spcBef>
              <a:spcAft>
                <a:spcPts val="0"/>
              </a:spcAft>
              <a:buClr>
                <a:srgbClr val="FFFFFF"/>
              </a:buClr>
              <a:buSzPts val="1600"/>
              <a:buFont typeface="Helvetica Neue"/>
              <a:buNone/>
            </a:pPr>
            <a:r>
              <a:rPr lang="en-US" sz="1400" b="0" i="0" u="none" strike="noStrike" cap="none">
                <a:solidFill>
                  <a:srgbClr val="FFFFFF"/>
                </a:solidFill>
                <a:latin typeface="Helvetica Neue"/>
                <a:ea typeface="Helvetica Neue"/>
                <a:cs typeface="Helvetica Neue"/>
                <a:sym typeface="Helvetica Neue"/>
              </a:rPr>
              <a:t>https://www.r-bloggers.com/2018/05/classification-from-scratch-logistic-with-splines-2-8/</a:t>
            </a:r>
            <a:endParaRPr sz="1400" b="0" i="0" u="none" strike="noStrike" cap="none">
              <a:solidFill>
                <a:srgbClr val="FFFFFF"/>
              </a:solidFill>
              <a:latin typeface="Helvetica Neue"/>
              <a:ea typeface="Helvetica Neue"/>
              <a:cs typeface="Helvetica Neue"/>
              <a:sym typeface="Helvetica Neue"/>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65"/>
        <p:cNvGrpSpPr/>
        <p:nvPr/>
      </p:nvGrpSpPr>
      <p:grpSpPr>
        <a:xfrm>
          <a:off x="0" y="0"/>
          <a:ext cx="0" cy="0"/>
          <a:chOff x="0" y="0"/>
          <a:chExt cx="0" cy="0"/>
        </a:xfrm>
      </p:grpSpPr>
      <p:sp>
        <p:nvSpPr>
          <p:cNvPr id="266" name="Google Shape;266;p19"/>
          <p:cNvSpPr txBox="1"/>
          <p:nvPr/>
        </p:nvSpPr>
        <p:spPr>
          <a:xfrm>
            <a:off x="5028564" y="8112674"/>
            <a:ext cx="1203588" cy="277099"/>
          </a:xfrm>
          <a:prstGeom prst="rect">
            <a:avLst/>
          </a:prstGeom>
          <a:noFill/>
          <a:ln>
            <a:noFill/>
          </a:ln>
        </p:spPr>
        <p:txBody>
          <a:bodyPr spcFirstLastPara="1" wrap="square" lIns="27075" tIns="27075" rIns="27075" bIns="27075" anchor="ctr" anchorCtr="0">
            <a:spAutoFit/>
          </a:bodyPr>
          <a:lstStyle/>
          <a:p>
            <a:pPr marL="0" marR="0" lvl="0" indent="0" algn="ctr" rtl="0">
              <a:lnSpc>
                <a:spcPct val="100000"/>
              </a:lnSpc>
              <a:spcBef>
                <a:spcPts val="0"/>
              </a:spcBef>
              <a:spcAft>
                <a:spcPts val="0"/>
              </a:spcAft>
              <a:buClr>
                <a:srgbClr val="000000"/>
              </a:buClr>
              <a:buSzPts val="1600"/>
              <a:buFont typeface="Helvetica Neue"/>
              <a:buNone/>
            </a:pPr>
            <a:r>
              <a:rPr lang="en-US" sz="1600" b="0" i="0" u="none" strike="noStrike" cap="none">
                <a:solidFill>
                  <a:srgbClr val="000000"/>
                </a:solidFill>
                <a:latin typeface="Helvetica Neue"/>
                <a:ea typeface="Helvetica Neue"/>
                <a:cs typeface="Helvetica Neue"/>
                <a:sym typeface="Helvetica Neue"/>
              </a:rPr>
              <a:t>Temperatura</a:t>
            </a:r>
            <a:endParaRPr sz="1400" b="0" i="0" u="none" strike="noStrike" cap="none">
              <a:solidFill>
                <a:srgbClr val="000000"/>
              </a:solidFill>
              <a:latin typeface="Arial"/>
              <a:ea typeface="Arial"/>
              <a:cs typeface="Arial"/>
              <a:sym typeface="Arial"/>
            </a:endParaRPr>
          </a:p>
        </p:txBody>
      </p:sp>
      <p:sp>
        <p:nvSpPr>
          <p:cNvPr id="267" name="Google Shape;267;p19"/>
          <p:cNvSpPr txBox="1">
            <a:spLocks noGrp="1"/>
          </p:cNvSpPr>
          <p:nvPr>
            <p:ph type="title"/>
          </p:nvPr>
        </p:nvSpPr>
        <p:spPr>
          <a:xfrm>
            <a:off x="605551" y="829881"/>
            <a:ext cx="11717868" cy="960889"/>
          </a:xfrm>
          <a:prstGeom prst="rect">
            <a:avLst/>
          </a:prstGeom>
          <a:noFill/>
          <a:ln>
            <a:noFill/>
          </a:ln>
        </p:spPr>
        <p:txBody>
          <a:bodyPr spcFirstLastPara="1" wrap="square" lIns="27075" tIns="27075" rIns="27075" bIns="27075" anchor="t" anchorCtr="0">
            <a:normAutofit fontScale="90000"/>
          </a:bodyPr>
          <a:lstStyle/>
          <a:p>
            <a:pPr marL="0" lvl="0" indent="0" algn="l" rtl="0">
              <a:lnSpc>
                <a:spcPct val="80000"/>
              </a:lnSpc>
              <a:spcBef>
                <a:spcPts val="0"/>
              </a:spcBef>
              <a:spcAft>
                <a:spcPts val="0"/>
              </a:spcAft>
              <a:buClr>
                <a:srgbClr val="FFFFFF"/>
              </a:buClr>
              <a:buSzPct val="61666"/>
              <a:buFont typeface="Helvetica Neue"/>
              <a:buNone/>
            </a:pPr>
            <a:r>
              <a:rPr lang="en-US"/>
              <a:t>Presence/Absence or Presence/Pseudoabsence</a:t>
            </a:r>
            <a:endParaRPr i="1"/>
          </a:p>
        </p:txBody>
      </p:sp>
      <p:sp>
        <p:nvSpPr>
          <p:cNvPr id="268" name="Google Shape;268;p19"/>
          <p:cNvSpPr txBox="1">
            <a:spLocks noGrp="1"/>
          </p:cNvSpPr>
          <p:nvPr>
            <p:ph type="body" idx="1"/>
          </p:nvPr>
        </p:nvSpPr>
        <p:spPr>
          <a:xfrm>
            <a:off x="160125" y="2461725"/>
            <a:ext cx="12660900" cy="2425800"/>
          </a:xfrm>
          <a:prstGeom prst="rect">
            <a:avLst/>
          </a:prstGeom>
          <a:noFill/>
          <a:ln>
            <a:noFill/>
          </a:ln>
        </p:spPr>
        <p:txBody>
          <a:bodyPr spcFirstLastPara="1" wrap="square" lIns="24375" tIns="24375" rIns="24375" bIns="24375" anchor="t" anchorCtr="0">
            <a:normAutofit/>
          </a:bodyPr>
          <a:lstStyle/>
          <a:p>
            <a:pPr marL="0" lvl="0" indent="0" algn="l" rtl="0">
              <a:lnSpc>
                <a:spcPct val="100000"/>
              </a:lnSpc>
              <a:spcBef>
                <a:spcPts val="0"/>
              </a:spcBef>
              <a:spcAft>
                <a:spcPts val="0"/>
              </a:spcAft>
              <a:buClr>
                <a:srgbClr val="FFFFFF"/>
              </a:buClr>
              <a:buSzPts val="3200"/>
              <a:buFont typeface="Helvetica Neue"/>
              <a:buNone/>
            </a:pPr>
            <a:r>
              <a:rPr lang="en-US" sz="3200" b="0"/>
              <a:t>Random Forests</a:t>
            </a:r>
            <a:endParaRPr/>
          </a:p>
          <a:p>
            <a:pPr marL="0" lvl="0" indent="0" algn="l" rtl="0">
              <a:lnSpc>
                <a:spcPct val="100000"/>
              </a:lnSpc>
              <a:spcBef>
                <a:spcPts val="0"/>
              </a:spcBef>
              <a:spcAft>
                <a:spcPts val="0"/>
              </a:spcAft>
              <a:buClr>
                <a:srgbClr val="FFFFFF"/>
              </a:buClr>
              <a:buSzPts val="3200"/>
              <a:buFont typeface="Helvetica Neue"/>
              <a:buNone/>
            </a:pPr>
            <a:endParaRPr sz="2800" b="0"/>
          </a:p>
          <a:p>
            <a:pPr marL="457200" lvl="0" indent="-447040" algn="l" rtl="0">
              <a:lnSpc>
                <a:spcPct val="100000"/>
              </a:lnSpc>
              <a:spcBef>
                <a:spcPts val="0"/>
              </a:spcBef>
              <a:spcAft>
                <a:spcPts val="0"/>
              </a:spcAft>
              <a:buClr>
                <a:srgbClr val="FFFFFF"/>
              </a:buClr>
              <a:buSzPts val="2800"/>
              <a:buFont typeface="Helvetica Neue"/>
              <a:buChar char="-"/>
            </a:pPr>
            <a:r>
              <a:rPr lang="en-US" sz="2800" b="0"/>
              <a:t>Classification tree-based approach</a:t>
            </a:r>
            <a:endParaRPr sz="2564"/>
          </a:p>
          <a:p>
            <a:pPr marL="457200" lvl="0" indent="-447040" algn="l" rtl="0">
              <a:lnSpc>
                <a:spcPct val="100000"/>
              </a:lnSpc>
              <a:spcBef>
                <a:spcPts val="0"/>
              </a:spcBef>
              <a:spcAft>
                <a:spcPts val="0"/>
              </a:spcAft>
              <a:buClr>
                <a:srgbClr val="FFFFFF"/>
              </a:buClr>
              <a:buSzPts val="2800"/>
              <a:buFont typeface="Helvetica Neue"/>
              <a:buChar char="-"/>
            </a:pPr>
            <a:r>
              <a:rPr lang="en-US" sz="2800" b="0"/>
              <a:t>Consensus prediction of many uncorrelated trees</a:t>
            </a:r>
            <a:endParaRPr sz="2564"/>
          </a:p>
          <a:p>
            <a:pPr marL="457200" lvl="0" indent="-447040" algn="l" rtl="0">
              <a:lnSpc>
                <a:spcPct val="100000"/>
              </a:lnSpc>
              <a:spcBef>
                <a:spcPts val="0"/>
              </a:spcBef>
              <a:spcAft>
                <a:spcPts val="0"/>
              </a:spcAft>
              <a:buClr>
                <a:srgbClr val="FFFFFF"/>
              </a:buClr>
              <a:buSzPts val="2800"/>
              <a:buFont typeface="Helvetica Neue"/>
              <a:buChar char="-"/>
            </a:pPr>
            <a:r>
              <a:rPr lang="en-US" sz="2800" b="0"/>
              <a:t>Parameters: mtry: tree complexity</a:t>
            </a:r>
            <a:endParaRPr sz="2800" b="0"/>
          </a:p>
        </p:txBody>
      </p:sp>
      <p:sp>
        <p:nvSpPr>
          <p:cNvPr id="269" name="Google Shape;269;p19"/>
          <p:cNvSpPr/>
          <p:nvPr/>
        </p:nvSpPr>
        <p:spPr>
          <a:xfrm>
            <a:off x="7977808" y="9168825"/>
            <a:ext cx="4748696" cy="584775"/>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FFFFFF"/>
              </a:buClr>
              <a:buSzPts val="1600"/>
              <a:buFont typeface="Helvetica Neue"/>
              <a:buNone/>
            </a:pPr>
            <a:r>
              <a:rPr lang="en-US" sz="1600" b="0" i="0" u="none" strike="noStrike" cap="none">
                <a:solidFill>
                  <a:srgbClr val="FFFFFF"/>
                </a:solidFill>
                <a:latin typeface="Helvetica Neue"/>
                <a:ea typeface="Helvetica Neue"/>
                <a:cs typeface="Helvetica Neue"/>
                <a:sym typeface="Helvetica Neue"/>
              </a:rPr>
              <a:t>https://damariszurell.github.io/EEC-MGC/b6_SDM_algorithms.html</a:t>
            </a:r>
            <a:endParaRPr sz="1400" b="0" i="0" u="none" strike="noStrike" cap="none">
              <a:solidFill>
                <a:srgbClr val="000000"/>
              </a:solidFill>
              <a:latin typeface="Arial"/>
              <a:ea typeface="Arial"/>
              <a:cs typeface="Arial"/>
              <a:sym typeface="Arial"/>
            </a:endParaRPr>
          </a:p>
        </p:txBody>
      </p:sp>
      <p:sp>
        <p:nvSpPr>
          <p:cNvPr id="270" name="Google Shape;270;p19"/>
          <p:cNvSpPr txBox="1"/>
          <p:nvPr/>
        </p:nvSpPr>
        <p:spPr>
          <a:xfrm>
            <a:off x="60113" y="9206442"/>
            <a:ext cx="6315148" cy="547158"/>
          </a:xfrm>
          <a:prstGeom prst="rect">
            <a:avLst/>
          </a:prstGeom>
          <a:noFill/>
          <a:ln>
            <a:noFill/>
          </a:ln>
        </p:spPr>
        <p:txBody>
          <a:bodyPr spcFirstLastPara="1" wrap="square" lIns="27075" tIns="27075" rIns="27075" bIns="27075" anchor="ctr" anchorCtr="0">
            <a:spAutoFit/>
          </a:bodyPr>
          <a:lstStyle/>
          <a:p>
            <a:pPr marL="0" marR="0" lvl="0" indent="0" algn="ctr" rtl="0">
              <a:lnSpc>
                <a:spcPct val="100000"/>
              </a:lnSpc>
              <a:spcBef>
                <a:spcPts val="0"/>
              </a:spcBef>
              <a:spcAft>
                <a:spcPts val="0"/>
              </a:spcAft>
              <a:buClr>
                <a:srgbClr val="FFFFFF"/>
              </a:buClr>
              <a:buSzPts val="1600"/>
              <a:buFont typeface="Helvetica Neue"/>
              <a:buNone/>
            </a:pPr>
            <a:r>
              <a:rPr lang="en-US" sz="1600" b="0" i="0" u="none" strike="noStrike" cap="none" dirty="0">
                <a:solidFill>
                  <a:srgbClr val="FFFFFF"/>
                </a:solidFill>
                <a:latin typeface="Helvetica Neue"/>
                <a:ea typeface="Helvetica Neue"/>
                <a:cs typeface="Helvetica Neue"/>
                <a:sym typeface="Helvetica Neue"/>
              </a:rPr>
              <a:t>https://</a:t>
            </a:r>
            <a:r>
              <a:rPr lang="en-US" sz="1600" b="0" i="0" u="none" strike="noStrike" cap="none" dirty="0" err="1">
                <a:solidFill>
                  <a:srgbClr val="FFFFFF"/>
                </a:solidFill>
                <a:latin typeface="Helvetica Neue"/>
                <a:ea typeface="Helvetica Neue"/>
                <a:cs typeface="Helvetica Neue"/>
                <a:sym typeface="Helvetica Neue"/>
              </a:rPr>
              <a:t>support.bccvl.org.au</a:t>
            </a:r>
            <a:r>
              <a:rPr lang="en-US" sz="1600" b="0" i="0" u="none" strike="noStrike" cap="none" dirty="0">
                <a:solidFill>
                  <a:srgbClr val="FFFFFF"/>
                </a:solidFill>
                <a:latin typeface="Helvetica Neue"/>
                <a:ea typeface="Helvetica Neue"/>
                <a:cs typeface="Helvetica Neue"/>
                <a:sym typeface="Helvetica Neue"/>
              </a:rPr>
              <a:t>/support/solutions/articles/6000083217-random-forest</a:t>
            </a:r>
            <a:endParaRPr sz="1600" b="0" i="0" u="none" strike="noStrike" cap="none" dirty="0">
              <a:solidFill>
                <a:srgbClr val="FFFFFF"/>
              </a:solidFill>
              <a:latin typeface="Helvetica Neue"/>
              <a:ea typeface="Helvetica Neue"/>
              <a:cs typeface="Helvetica Neue"/>
              <a:sym typeface="Helvetica Neue"/>
            </a:endParaRPr>
          </a:p>
        </p:txBody>
      </p:sp>
      <p:pic>
        <p:nvPicPr>
          <p:cNvPr id="271" name="Google Shape;271;p19"/>
          <p:cNvPicPr preferRelativeResize="0"/>
          <p:nvPr/>
        </p:nvPicPr>
        <p:blipFill rotWithShape="1">
          <a:blip r:embed="rId3">
            <a:alphaModFix/>
          </a:blip>
          <a:srcRect/>
          <a:stretch/>
        </p:blipFill>
        <p:spPr>
          <a:xfrm>
            <a:off x="7868202" y="4743040"/>
            <a:ext cx="4748697" cy="4425785"/>
          </a:xfrm>
          <a:prstGeom prst="rect">
            <a:avLst/>
          </a:prstGeom>
          <a:noFill/>
          <a:ln>
            <a:noFill/>
          </a:ln>
        </p:spPr>
      </p:pic>
      <p:pic>
        <p:nvPicPr>
          <p:cNvPr id="272" name="Google Shape;272;p19"/>
          <p:cNvPicPr preferRelativeResize="0"/>
          <p:nvPr/>
        </p:nvPicPr>
        <p:blipFill rotWithShape="1">
          <a:blip r:embed="rId4">
            <a:alphaModFix/>
          </a:blip>
          <a:srcRect/>
          <a:stretch/>
        </p:blipFill>
        <p:spPr>
          <a:xfrm>
            <a:off x="60113" y="5257450"/>
            <a:ext cx="7032024" cy="3666269"/>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76"/>
        <p:cNvGrpSpPr/>
        <p:nvPr/>
      </p:nvGrpSpPr>
      <p:grpSpPr>
        <a:xfrm>
          <a:off x="0" y="0"/>
          <a:ext cx="0" cy="0"/>
          <a:chOff x="0" y="0"/>
          <a:chExt cx="0" cy="0"/>
        </a:xfrm>
      </p:grpSpPr>
      <p:sp>
        <p:nvSpPr>
          <p:cNvPr id="277" name="Google Shape;277;p20"/>
          <p:cNvSpPr txBox="1"/>
          <p:nvPr/>
        </p:nvSpPr>
        <p:spPr>
          <a:xfrm>
            <a:off x="5028564" y="8112674"/>
            <a:ext cx="1203588" cy="277099"/>
          </a:xfrm>
          <a:prstGeom prst="rect">
            <a:avLst/>
          </a:prstGeom>
          <a:noFill/>
          <a:ln>
            <a:noFill/>
          </a:ln>
        </p:spPr>
        <p:txBody>
          <a:bodyPr spcFirstLastPara="1" wrap="square" lIns="27075" tIns="27075" rIns="27075" bIns="27075" anchor="ctr" anchorCtr="0">
            <a:spAutoFit/>
          </a:bodyPr>
          <a:lstStyle/>
          <a:p>
            <a:pPr marL="0" marR="0" lvl="0" indent="0" algn="ctr" rtl="0">
              <a:lnSpc>
                <a:spcPct val="100000"/>
              </a:lnSpc>
              <a:spcBef>
                <a:spcPts val="0"/>
              </a:spcBef>
              <a:spcAft>
                <a:spcPts val="0"/>
              </a:spcAft>
              <a:buClr>
                <a:srgbClr val="000000"/>
              </a:buClr>
              <a:buSzPts val="1600"/>
              <a:buFont typeface="Helvetica Neue"/>
              <a:buNone/>
            </a:pPr>
            <a:r>
              <a:rPr lang="en-US" sz="1600" b="0" i="0" u="none" strike="noStrike" cap="none">
                <a:solidFill>
                  <a:srgbClr val="000000"/>
                </a:solidFill>
                <a:latin typeface="Helvetica Neue"/>
                <a:ea typeface="Helvetica Neue"/>
                <a:cs typeface="Helvetica Neue"/>
                <a:sym typeface="Helvetica Neue"/>
              </a:rPr>
              <a:t>Temperatura</a:t>
            </a:r>
            <a:endParaRPr sz="1400" b="0" i="0" u="none" strike="noStrike" cap="none">
              <a:solidFill>
                <a:srgbClr val="000000"/>
              </a:solidFill>
              <a:latin typeface="Arial"/>
              <a:ea typeface="Arial"/>
              <a:cs typeface="Arial"/>
              <a:sym typeface="Arial"/>
            </a:endParaRPr>
          </a:p>
        </p:txBody>
      </p:sp>
      <p:sp>
        <p:nvSpPr>
          <p:cNvPr id="278" name="Google Shape;278;p20"/>
          <p:cNvSpPr txBox="1">
            <a:spLocks noGrp="1"/>
          </p:cNvSpPr>
          <p:nvPr>
            <p:ph type="title"/>
          </p:nvPr>
        </p:nvSpPr>
        <p:spPr>
          <a:xfrm>
            <a:off x="643466" y="402938"/>
            <a:ext cx="11717868" cy="960889"/>
          </a:xfrm>
          <a:prstGeom prst="rect">
            <a:avLst/>
          </a:prstGeom>
          <a:noFill/>
          <a:ln>
            <a:noFill/>
          </a:ln>
        </p:spPr>
        <p:txBody>
          <a:bodyPr spcFirstLastPara="1" wrap="square" lIns="27075" tIns="27075" rIns="27075" bIns="27075" anchor="t" anchorCtr="0">
            <a:normAutofit fontScale="90000"/>
          </a:bodyPr>
          <a:lstStyle/>
          <a:p>
            <a:pPr marL="0" lvl="0" indent="0" algn="l" rtl="0">
              <a:lnSpc>
                <a:spcPct val="80000"/>
              </a:lnSpc>
              <a:spcBef>
                <a:spcPts val="0"/>
              </a:spcBef>
              <a:spcAft>
                <a:spcPts val="0"/>
              </a:spcAft>
              <a:buClr>
                <a:srgbClr val="FFFFFF"/>
              </a:buClr>
              <a:buSzPct val="61666"/>
              <a:buFont typeface="Helvetica Neue"/>
              <a:buNone/>
            </a:pPr>
            <a:r>
              <a:rPr lang="en-US"/>
              <a:t>Presence/Absence or Presence/Pseudoabsence</a:t>
            </a:r>
            <a:endParaRPr i="1"/>
          </a:p>
        </p:txBody>
      </p:sp>
      <p:sp>
        <p:nvSpPr>
          <p:cNvPr id="279" name="Google Shape;279;p20"/>
          <p:cNvSpPr txBox="1">
            <a:spLocks noGrp="1"/>
          </p:cNvSpPr>
          <p:nvPr>
            <p:ph type="body" idx="1"/>
          </p:nvPr>
        </p:nvSpPr>
        <p:spPr>
          <a:xfrm>
            <a:off x="368700" y="2385625"/>
            <a:ext cx="11526900" cy="2519100"/>
          </a:xfrm>
          <a:prstGeom prst="rect">
            <a:avLst/>
          </a:prstGeom>
          <a:noFill/>
          <a:ln>
            <a:noFill/>
          </a:ln>
        </p:spPr>
        <p:txBody>
          <a:bodyPr spcFirstLastPara="1" wrap="square" lIns="24375" tIns="24375" rIns="24375" bIns="24375" anchor="t" anchorCtr="0">
            <a:normAutofit/>
          </a:bodyPr>
          <a:lstStyle/>
          <a:p>
            <a:pPr marL="0" lvl="0" indent="0" algn="l" rtl="0">
              <a:lnSpc>
                <a:spcPct val="100000"/>
              </a:lnSpc>
              <a:spcBef>
                <a:spcPts val="0"/>
              </a:spcBef>
              <a:spcAft>
                <a:spcPts val="0"/>
              </a:spcAft>
              <a:buClr>
                <a:srgbClr val="FFFFFF"/>
              </a:buClr>
              <a:buSzPts val="3200"/>
              <a:buFont typeface="Helvetica Neue"/>
              <a:buNone/>
            </a:pPr>
            <a:r>
              <a:rPr lang="en-US" sz="3200" b="0"/>
              <a:t>Boosted Regression Trees</a:t>
            </a:r>
            <a:endParaRPr/>
          </a:p>
          <a:p>
            <a:pPr marL="0" lvl="0" indent="0" algn="l" rtl="0">
              <a:lnSpc>
                <a:spcPct val="100000"/>
              </a:lnSpc>
              <a:spcBef>
                <a:spcPts val="0"/>
              </a:spcBef>
              <a:spcAft>
                <a:spcPts val="0"/>
              </a:spcAft>
              <a:buClr>
                <a:srgbClr val="FFFFFF"/>
              </a:buClr>
              <a:buSzPts val="3200"/>
              <a:buFont typeface="Helvetica Neue"/>
              <a:buNone/>
            </a:pPr>
            <a:endParaRPr sz="3200" b="0"/>
          </a:p>
          <a:p>
            <a:pPr marL="457200" lvl="0" indent="-447040" algn="l" rtl="0">
              <a:lnSpc>
                <a:spcPct val="100000"/>
              </a:lnSpc>
              <a:spcBef>
                <a:spcPts val="0"/>
              </a:spcBef>
              <a:spcAft>
                <a:spcPts val="0"/>
              </a:spcAft>
              <a:buClr>
                <a:srgbClr val="FFFFFF"/>
              </a:buClr>
              <a:buSzPts val="2800"/>
              <a:buFont typeface="Helvetica Neue"/>
              <a:buChar char="-"/>
            </a:pPr>
            <a:r>
              <a:rPr lang="en-US" sz="2800" b="0"/>
              <a:t>Classification tree-based approach</a:t>
            </a:r>
            <a:endParaRPr sz="2564"/>
          </a:p>
          <a:p>
            <a:pPr marL="457200" lvl="0" indent="-447040" algn="l" rtl="0">
              <a:lnSpc>
                <a:spcPct val="100000"/>
              </a:lnSpc>
              <a:spcBef>
                <a:spcPts val="0"/>
              </a:spcBef>
              <a:spcAft>
                <a:spcPts val="0"/>
              </a:spcAft>
              <a:buClr>
                <a:srgbClr val="FFFFFF"/>
              </a:buClr>
              <a:buSzPts val="2800"/>
              <a:buFont typeface="Helvetica Neue"/>
              <a:buChar char="-"/>
            </a:pPr>
            <a:r>
              <a:rPr lang="en-US" sz="2800" b="0"/>
              <a:t>Linear combination of all trees (like regression)</a:t>
            </a:r>
            <a:endParaRPr sz="2564"/>
          </a:p>
          <a:p>
            <a:pPr marL="457200" lvl="0" indent="-447040" algn="l" rtl="0">
              <a:lnSpc>
                <a:spcPct val="100000"/>
              </a:lnSpc>
              <a:spcBef>
                <a:spcPts val="0"/>
              </a:spcBef>
              <a:spcAft>
                <a:spcPts val="0"/>
              </a:spcAft>
              <a:buClr>
                <a:srgbClr val="FFFFFF"/>
              </a:buClr>
              <a:buSzPts val="2800"/>
              <a:buFont typeface="Helvetica Neue"/>
              <a:buChar char="-"/>
            </a:pPr>
            <a:r>
              <a:rPr lang="en-US" sz="2800" b="0"/>
              <a:t>Parameters: Learning rate, tree complexity</a:t>
            </a:r>
            <a:endParaRPr sz="2800" b="0"/>
          </a:p>
        </p:txBody>
      </p:sp>
      <p:sp>
        <p:nvSpPr>
          <p:cNvPr id="280" name="Google Shape;280;p20"/>
          <p:cNvSpPr/>
          <p:nvPr/>
        </p:nvSpPr>
        <p:spPr>
          <a:xfrm>
            <a:off x="8126230" y="9008932"/>
            <a:ext cx="4659873" cy="584775"/>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FFFFFF"/>
              </a:buClr>
              <a:buSzPts val="1600"/>
              <a:buFont typeface="Helvetica Neue"/>
              <a:buNone/>
            </a:pPr>
            <a:r>
              <a:rPr lang="en-US" sz="1600" b="0" i="0" u="none" strike="noStrike" cap="none">
                <a:solidFill>
                  <a:srgbClr val="FFFFFF"/>
                </a:solidFill>
                <a:latin typeface="Helvetica Neue"/>
                <a:ea typeface="Helvetica Neue"/>
                <a:cs typeface="Helvetica Neue"/>
                <a:sym typeface="Helvetica Neue"/>
              </a:rPr>
              <a:t>https://damariszurell.github.io/EEC-MGC/b6_SDM_algorithms.html</a:t>
            </a:r>
            <a:endParaRPr sz="1400" b="0" i="0" u="none" strike="noStrike" cap="none">
              <a:solidFill>
                <a:srgbClr val="000000"/>
              </a:solidFill>
              <a:latin typeface="Arial"/>
              <a:ea typeface="Arial"/>
              <a:cs typeface="Arial"/>
              <a:sym typeface="Arial"/>
            </a:endParaRPr>
          </a:p>
        </p:txBody>
      </p:sp>
      <p:sp>
        <p:nvSpPr>
          <p:cNvPr id="281" name="Google Shape;281;p20"/>
          <p:cNvSpPr txBox="1"/>
          <p:nvPr/>
        </p:nvSpPr>
        <p:spPr>
          <a:xfrm>
            <a:off x="368691" y="9068109"/>
            <a:ext cx="4659873" cy="547158"/>
          </a:xfrm>
          <a:prstGeom prst="rect">
            <a:avLst/>
          </a:prstGeom>
          <a:noFill/>
          <a:ln>
            <a:noFill/>
          </a:ln>
        </p:spPr>
        <p:txBody>
          <a:bodyPr spcFirstLastPara="1" wrap="square" lIns="27075" tIns="27075" rIns="27075" bIns="27075" anchor="ctr" anchorCtr="0">
            <a:spAutoFit/>
          </a:bodyPr>
          <a:lstStyle/>
          <a:p>
            <a:pPr marL="0" marR="0" lvl="0" indent="0" algn="ctr" rtl="0">
              <a:lnSpc>
                <a:spcPct val="100000"/>
              </a:lnSpc>
              <a:spcBef>
                <a:spcPts val="0"/>
              </a:spcBef>
              <a:spcAft>
                <a:spcPts val="0"/>
              </a:spcAft>
              <a:buClr>
                <a:srgbClr val="FFFFFF"/>
              </a:buClr>
              <a:buSzPts val="1600"/>
              <a:buFont typeface="Helvetica Neue"/>
              <a:buNone/>
            </a:pPr>
            <a:r>
              <a:rPr lang="en-US" sz="1600" b="0" i="0" u="none" strike="noStrike" cap="none">
                <a:solidFill>
                  <a:srgbClr val="FFFFFF"/>
                </a:solidFill>
                <a:latin typeface="Helvetica Neue"/>
                <a:ea typeface="Helvetica Neue"/>
                <a:cs typeface="Helvetica Neue"/>
                <a:sym typeface="Helvetica Neue"/>
              </a:rPr>
              <a:t>https://support.bccvl.org.au/support/solutions/articles/6000083217-random-forest</a:t>
            </a:r>
            <a:endParaRPr sz="1600" b="0" i="0" u="none" strike="noStrike" cap="none">
              <a:solidFill>
                <a:srgbClr val="FFFFFF"/>
              </a:solidFill>
              <a:latin typeface="Helvetica Neue"/>
              <a:ea typeface="Helvetica Neue"/>
              <a:cs typeface="Helvetica Neue"/>
              <a:sym typeface="Helvetica Neue"/>
            </a:endParaRPr>
          </a:p>
        </p:txBody>
      </p:sp>
      <p:pic>
        <p:nvPicPr>
          <p:cNvPr id="282" name="Google Shape;282;p20"/>
          <p:cNvPicPr preferRelativeResize="0"/>
          <p:nvPr/>
        </p:nvPicPr>
        <p:blipFill rotWithShape="1">
          <a:blip r:embed="rId3">
            <a:alphaModFix/>
          </a:blip>
          <a:srcRect/>
          <a:stretch/>
        </p:blipFill>
        <p:spPr>
          <a:xfrm>
            <a:off x="218697" y="5469017"/>
            <a:ext cx="6880774" cy="3454702"/>
          </a:xfrm>
          <a:prstGeom prst="rect">
            <a:avLst/>
          </a:prstGeom>
          <a:noFill/>
          <a:ln>
            <a:noFill/>
          </a:ln>
        </p:spPr>
      </p:pic>
      <p:pic>
        <p:nvPicPr>
          <p:cNvPr id="283" name="Google Shape;283;p20"/>
          <p:cNvPicPr preferRelativeResize="0"/>
          <p:nvPr/>
        </p:nvPicPr>
        <p:blipFill rotWithShape="1">
          <a:blip r:embed="rId4">
            <a:alphaModFix/>
          </a:blip>
          <a:srcRect/>
          <a:stretch/>
        </p:blipFill>
        <p:spPr>
          <a:xfrm>
            <a:off x="8375375" y="5032206"/>
            <a:ext cx="4410728" cy="4035903"/>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87"/>
        <p:cNvGrpSpPr/>
        <p:nvPr/>
      </p:nvGrpSpPr>
      <p:grpSpPr>
        <a:xfrm>
          <a:off x="0" y="0"/>
          <a:ext cx="0" cy="0"/>
          <a:chOff x="0" y="0"/>
          <a:chExt cx="0" cy="0"/>
        </a:xfrm>
      </p:grpSpPr>
      <p:sp>
        <p:nvSpPr>
          <p:cNvPr id="288" name="Google Shape;288;p22"/>
          <p:cNvSpPr txBox="1">
            <a:spLocks noGrp="1"/>
          </p:cNvSpPr>
          <p:nvPr>
            <p:ph type="body" idx="2"/>
          </p:nvPr>
        </p:nvSpPr>
        <p:spPr>
          <a:xfrm>
            <a:off x="643485" y="2675200"/>
            <a:ext cx="12074400" cy="6601200"/>
          </a:xfrm>
          <a:prstGeom prst="rect">
            <a:avLst/>
          </a:prstGeom>
          <a:noFill/>
          <a:ln>
            <a:noFill/>
          </a:ln>
        </p:spPr>
        <p:txBody>
          <a:bodyPr spcFirstLastPara="1" wrap="square" lIns="27075" tIns="27075" rIns="27075" bIns="27075" anchor="t" anchorCtr="0">
            <a:normAutofit/>
          </a:bodyPr>
          <a:lstStyle/>
          <a:p>
            <a:pPr marL="431800" lvl="0" indent="-431800" algn="l" rtl="0">
              <a:lnSpc>
                <a:spcPct val="90000"/>
              </a:lnSpc>
              <a:spcBef>
                <a:spcPts val="0"/>
              </a:spcBef>
              <a:spcAft>
                <a:spcPts val="0"/>
              </a:spcAft>
              <a:buClr>
                <a:srgbClr val="FFFFFF"/>
              </a:buClr>
              <a:buSzPts val="4182"/>
              <a:buFont typeface="Helvetica Neue"/>
              <a:buChar char="•"/>
            </a:pPr>
            <a:r>
              <a:rPr lang="en-US"/>
              <a:t>Pseudoabsences are sampled to emulate absences, so do not include presence points and not proximal to them</a:t>
            </a:r>
            <a:endParaRPr/>
          </a:p>
          <a:p>
            <a:pPr marL="431800" lvl="0" indent="-431800" algn="l" rtl="0">
              <a:lnSpc>
                <a:spcPct val="90000"/>
              </a:lnSpc>
              <a:spcBef>
                <a:spcPts val="3200"/>
              </a:spcBef>
              <a:spcAft>
                <a:spcPts val="0"/>
              </a:spcAft>
              <a:buClr>
                <a:srgbClr val="FFFFFF"/>
              </a:buClr>
              <a:buSzPts val="4182"/>
              <a:buFont typeface="Helvetica Neue"/>
              <a:buChar char="•"/>
            </a:pPr>
            <a:r>
              <a:rPr lang="en-US"/>
              <a:t>If species has poor sampling, hard to be confident about pseudoabsences</a:t>
            </a:r>
            <a:endParaRPr/>
          </a:p>
        </p:txBody>
      </p:sp>
      <p:sp>
        <p:nvSpPr>
          <p:cNvPr id="289" name="Google Shape;289;p22"/>
          <p:cNvSpPr txBox="1"/>
          <p:nvPr/>
        </p:nvSpPr>
        <p:spPr>
          <a:xfrm>
            <a:off x="605551" y="829881"/>
            <a:ext cx="11717868" cy="960889"/>
          </a:xfrm>
          <a:prstGeom prst="rect">
            <a:avLst/>
          </a:prstGeom>
          <a:noFill/>
          <a:ln>
            <a:noFill/>
          </a:ln>
        </p:spPr>
        <p:txBody>
          <a:bodyPr spcFirstLastPara="1" wrap="square" lIns="27075" tIns="27075" rIns="27075" bIns="27075" anchor="t" anchorCtr="0">
            <a:normAutofit/>
          </a:bodyPr>
          <a:lstStyle/>
          <a:p>
            <a:pPr marL="0" marR="0" lvl="0" indent="0" algn="l" rtl="0">
              <a:lnSpc>
                <a:spcPct val="80000"/>
              </a:lnSpc>
              <a:spcBef>
                <a:spcPts val="0"/>
              </a:spcBef>
              <a:spcAft>
                <a:spcPts val="0"/>
              </a:spcAft>
              <a:buClr>
                <a:srgbClr val="FFFFFF"/>
              </a:buClr>
              <a:buSzPts val="3720"/>
              <a:buFont typeface="Helvetica Neue"/>
              <a:buNone/>
            </a:pPr>
            <a:r>
              <a:rPr lang="en-US" sz="3720" b="1" i="0" u="none" strike="noStrike" cap="none">
                <a:solidFill>
                  <a:srgbClr val="FFFFFF"/>
                </a:solidFill>
                <a:latin typeface="Helvetica Neue"/>
                <a:ea typeface="Helvetica Neue"/>
                <a:cs typeface="Helvetica Neue"/>
                <a:sym typeface="Helvetica Neue"/>
              </a:rPr>
              <a:t>Presence / Pseudoabsence</a:t>
            </a: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93"/>
        <p:cNvGrpSpPr/>
        <p:nvPr/>
      </p:nvGrpSpPr>
      <p:grpSpPr>
        <a:xfrm>
          <a:off x="0" y="0"/>
          <a:ext cx="0" cy="0"/>
          <a:chOff x="0" y="0"/>
          <a:chExt cx="0" cy="0"/>
        </a:xfrm>
      </p:grpSpPr>
      <p:sp>
        <p:nvSpPr>
          <p:cNvPr id="294" name="Google Shape;294;p21"/>
          <p:cNvSpPr txBox="1"/>
          <p:nvPr/>
        </p:nvSpPr>
        <p:spPr>
          <a:xfrm>
            <a:off x="5028564" y="8112674"/>
            <a:ext cx="1203588" cy="277099"/>
          </a:xfrm>
          <a:prstGeom prst="rect">
            <a:avLst/>
          </a:prstGeom>
          <a:noFill/>
          <a:ln>
            <a:noFill/>
          </a:ln>
        </p:spPr>
        <p:txBody>
          <a:bodyPr spcFirstLastPara="1" wrap="square" lIns="27075" tIns="27075" rIns="27075" bIns="27075" anchor="ctr" anchorCtr="0">
            <a:spAutoFit/>
          </a:bodyPr>
          <a:lstStyle/>
          <a:p>
            <a:pPr marL="0" marR="0" lvl="0" indent="0" algn="ctr" rtl="0">
              <a:lnSpc>
                <a:spcPct val="100000"/>
              </a:lnSpc>
              <a:spcBef>
                <a:spcPts val="0"/>
              </a:spcBef>
              <a:spcAft>
                <a:spcPts val="0"/>
              </a:spcAft>
              <a:buClr>
                <a:srgbClr val="000000"/>
              </a:buClr>
              <a:buSzPts val="1600"/>
              <a:buFont typeface="Helvetica Neue"/>
              <a:buNone/>
            </a:pPr>
            <a:r>
              <a:rPr lang="en-US" sz="1600" b="0" i="0" u="none" strike="noStrike" cap="none">
                <a:solidFill>
                  <a:srgbClr val="000000"/>
                </a:solidFill>
                <a:latin typeface="Helvetica Neue"/>
                <a:ea typeface="Helvetica Neue"/>
                <a:cs typeface="Helvetica Neue"/>
                <a:sym typeface="Helvetica Neue"/>
              </a:rPr>
              <a:t>Temperatura</a:t>
            </a:r>
            <a:endParaRPr sz="1400" b="0" i="0" u="none" strike="noStrike" cap="none">
              <a:solidFill>
                <a:srgbClr val="000000"/>
              </a:solidFill>
              <a:latin typeface="Arial"/>
              <a:ea typeface="Arial"/>
              <a:cs typeface="Arial"/>
              <a:sym typeface="Arial"/>
            </a:endParaRPr>
          </a:p>
        </p:txBody>
      </p:sp>
      <p:sp>
        <p:nvSpPr>
          <p:cNvPr id="295" name="Google Shape;295;p21"/>
          <p:cNvSpPr txBox="1">
            <a:spLocks noGrp="1"/>
          </p:cNvSpPr>
          <p:nvPr>
            <p:ph type="title"/>
          </p:nvPr>
        </p:nvSpPr>
        <p:spPr>
          <a:xfrm>
            <a:off x="526038" y="365390"/>
            <a:ext cx="11717868" cy="960889"/>
          </a:xfrm>
          <a:prstGeom prst="rect">
            <a:avLst/>
          </a:prstGeom>
          <a:noFill/>
          <a:ln>
            <a:noFill/>
          </a:ln>
        </p:spPr>
        <p:txBody>
          <a:bodyPr spcFirstLastPara="1" wrap="square" lIns="27075" tIns="27075" rIns="27075" bIns="27075" anchor="t" anchorCtr="0">
            <a:normAutofit/>
          </a:bodyPr>
          <a:lstStyle/>
          <a:p>
            <a:pPr marL="0" lvl="0" indent="0" algn="l" rtl="0">
              <a:lnSpc>
                <a:spcPct val="80000"/>
              </a:lnSpc>
              <a:spcBef>
                <a:spcPts val="0"/>
              </a:spcBef>
              <a:spcAft>
                <a:spcPts val="0"/>
              </a:spcAft>
              <a:buClr>
                <a:srgbClr val="FFFFFF"/>
              </a:buClr>
              <a:buSzPts val="3700"/>
              <a:buFont typeface="Helvetica Neue"/>
              <a:buNone/>
            </a:pPr>
            <a:r>
              <a:rPr lang="en-US"/>
              <a:t>Presence / Background</a:t>
            </a:r>
            <a:endParaRPr i="1"/>
          </a:p>
        </p:txBody>
      </p:sp>
      <p:sp>
        <p:nvSpPr>
          <p:cNvPr id="296" name="Google Shape;296;p21"/>
          <p:cNvSpPr txBox="1">
            <a:spLocks noGrp="1"/>
          </p:cNvSpPr>
          <p:nvPr>
            <p:ph type="body" idx="1"/>
          </p:nvPr>
        </p:nvSpPr>
        <p:spPr>
          <a:xfrm>
            <a:off x="643486" y="2070175"/>
            <a:ext cx="11718000" cy="2841300"/>
          </a:xfrm>
          <a:prstGeom prst="rect">
            <a:avLst/>
          </a:prstGeom>
          <a:noFill/>
          <a:ln>
            <a:noFill/>
          </a:ln>
        </p:spPr>
        <p:txBody>
          <a:bodyPr spcFirstLastPara="1" wrap="square" lIns="24375" tIns="24375" rIns="24375" bIns="24375" anchor="t" anchorCtr="0">
            <a:normAutofit/>
          </a:bodyPr>
          <a:lstStyle/>
          <a:p>
            <a:pPr marL="0" lvl="0" indent="0" algn="l" rtl="0">
              <a:lnSpc>
                <a:spcPct val="100000"/>
              </a:lnSpc>
              <a:spcBef>
                <a:spcPts val="0"/>
              </a:spcBef>
              <a:spcAft>
                <a:spcPts val="0"/>
              </a:spcAft>
              <a:buClr>
                <a:srgbClr val="FFFFFF"/>
              </a:buClr>
              <a:buSzPts val="3200"/>
              <a:buFont typeface="Helvetica Neue"/>
              <a:buNone/>
            </a:pPr>
            <a:r>
              <a:rPr lang="en-US" sz="3200" b="0"/>
              <a:t>Maxent</a:t>
            </a:r>
            <a:endParaRPr/>
          </a:p>
          <a:p>
            <a:pPr marL="0" lvl="0" indent="0" algn="l" rtl="0">
              <a:lnSpc>
                <a:spcPct val="100000"/>
              </a:lnSpc>
              <a:spcBef>
                <a:spcPts val="0"/>
              </a:spcBef>
              <a:spcAft>
                <a:spcPts val="0"/>
              </a:spcAft>
              <a:buClr>
                <a:srgbClr val="FFFFFF"/>
              </a:buClr>
              <a:buSzPts val="3200"/>
              <a:buFont typeface="Helvetica Neue"/>
              <a:buNone/>
            </a:pPr>
            <a:endParaRPr sz="3200" b="0"/>
          </a:p>
          <a:p>
            <a:pPr marL="457200" lvl="0" indent="-457200" algn="l" rtl="0">
              <a:lnSpc>
                <a:spcPct val="100000"/>
              </a:lnSpc>
              <a:spcBef>
                <a:spcPts val="0"/>
              </a:spcBef>
              <a:spcAft>
                <a:spcPts val="0"/>
              </a:spcAft>
              <a:buClr>
                <a:srgbClr val="FFFFFF"/>
              </a:buClr>
              <a:buSzPts val="2800"/>
              <a:buFont typeface="Helvetica Neue"/>
              <a:buChar char="-"/>
            </a:pPr>
            <a:r>
              <a:rPr lang="en-US" sz="2800" b="0"/>
              <a:t>Maximum entropy approach</a:t>
            </a:r>
            <a:endParaRPr sz="2800"/>
          </a:p>
          <a:p>
            <a:pPr marL="457200" lvl="0" indent="-457200" algn="l" rtl="0">
              <a:lnSpc>
                <a:spcPct val="100000"/>
              </a:lnSpc>
              <a:spcBef>
                <a:spcPts val="0"/>
              </a:spcBef>
              <a:spcAft>
                <a:spcPts val="0"/>
              </a:spcAft>
              <a:buClr>
                <a:srgbClr val="FFFFFF"/>
              </a:buClr>
              <a:buSzPts val="2800"/>
              <a:buFont typeface="Helvetica Neue"/>
              <a:buChar char="-"/>
            </a:pPr>
            <a:r>
              <a:rPr lang="en-US" sz="2800" b="0"/>
              <a:t>Maximizes similarity between env. distributions of background and presences</a:t>
            </a:r>
            <a:endParaRPr sz="2800"/>
          </a:p>
          <a:p>
            <a:pPr marL="457200" lvl="0" indent="-457200" algn="l" rtl="0">
              <a:lnSpc>
                <a:spcPct val="100000"/>
              </a:lnSpc>
              <a:spcBef>
                <a:spcPts val="0"/>
              </a:spcBef>
              <a:spcAft>
                <a:spcPts val="0"/>
              </a:spcAft>
              <a:buClr>
                <a:srgbClr val="FFFFFF"/>
              </a:buClr>
              <a:buSzPts val="2800"/>
              <a:buFont typeface="Helvetica Neue"/>
              <a:buChar char="-"/>
            </a:pPr>
            <a:r>
              <a:rPr lang="en-US" sz="2800" b="0"/>
              <a:t>Parameters: Feature classes, regularization</a:t>
            </a:r>
            <a:endParaRPr sz="2800" b="0"/>
          </a:p>
        </p:txBody>
      </p:sp>
      <p:sp>
        <p:nvSpPr>
          <p:cNvPr id="297" name="Google Shape;297;p21"/>
          <p:cNvSpPr/>
          <p:nvPr/>
        </p:nvSpPr>
        <p:spPr>
          <a:xfrm>
            <a:off x="7871791" y="9095822"/>
            <a:ext cx="5133009" cy="584775"/>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FFFFFF"/>
              </a:buClr>
              <a:buSzPts val="1600"/>
              <a:buFont typeface="Helvetica Neue"/>
              <a:buNone/>
            </a:pPr>
            <a:r>
              <a:rPr lang="en-US" sz="1600" b="0" i="0" u="none" strike="noStrike" cap="none">
                <a:solidFill>
                  <a:srgbClr val="FFFFFF"/>
                </a:solidFill>
                <a:latin typeface="Helvetica Neue"/>
                <a:ea typeface="Helvetica Neue"/>
                <a:cs typeface="Helvetica Neue"/>
                <a:sym typeface="Helvetica Neue"/>
              </a:rPr>
              <a:t>https://damariszurell.github.io/EEC-MGC/b6_SDM_algorithms.html</a:t>
            </a:r>
            <a:endParaRPr sz="1400" b="0" i="0" u="none" strike="noStrike" cap="none">
              <a:solidFill>
                <a:srgbClr val="000000"/>
              </a:solidFill>
              <a:latin typeface="Arial"/>
              <a:ea typeface="Arial"/>
              <a:cs typeface="Arial"/>
              <a:sym typeface="Arial"/>
            </a:endParaRPr>
          </a:p>
        </p:txBody>
      </p:sp>
      <p:sp>
        <p:nvSpPr>
          <p:cNvPr id="298" name="Google Shape;298;p21"/>
          <p:cNvSpPr txBox="1"/>
          <p:nvPr/>
        </p:nvSpPr>
        <p:spPr>
          <a:xfrm>
            <a:off x="233325" y="9095825"/>
            <a:ext cx="6816600" cy="300900"/>
          </a:xfrm>
          <a:prstGeom prst="rect">
            <a:avLst/>
          </a:prstGeom>
          <a:noFill/>
          <a:ln>
            <a:noFill/>
          </a:ln>
        </p:spPr>
        <p:txBody>
          <a:bodyPr spcFirstLastPara="1" wrap="square" lIns="27075" tIns="27075" rIns="27075" bIns="27075" anchor="ctr" anchorCtr="0">
            <a:spAutoFit/>
          </a:bodyPr>
          <a:lstStyle/>
          <a:p>
            <a:pPr marL="0" marR="0" lvl="0" indent="0" algn="ctr" rtl="0">
              <a:lnSpc>
                <a:spcPct val="100000"/>
              </a:lnSpc>
              <a:spcBef>
                <a:spcPts val="0"/>
              </a:spcBef>
              <a:spcAft>
                <a:spcPts val="0"/>
              </a:spcAft>
              <a:buClr>
                <a:srgbClr val="FFFFFF"/>
              </a:buClr>
              <a:buSzPts val="1600"/>
              <a:buFont typeface="Helvetica Neue"/>
              <a:buNone/>
            </a:pPr>
            <a:r>
              <a:rPr lang="en-US" sz="1600" b="0" i="0" u="none" strike="noStrike" cap="none" dirty="0">
                <a:solidFill>
                  <a:srgbClr val="FFFFFF"/>
                </a:solidFill>
                <a:latin typeface="Helvetica Neue"/>
                <a:ea typeface="Helvetica Neue"/>
                <a:cs typeface="Helvetica Neue"/>
                <a:sym typeface="Helvetica Neue"/>
              </a:rPr>
              <a:t>https://</a:t>
            </a:r>
            <a:r>
              <a:rPr lang="en-US" sz="1600" b="0" i="0" u="none" strike="noStrike" cap="none" dirty="0" err="1">
                <a:solidFill>
                  <a:srgbClr val="FFFFFF"/>
                </a:solidFill>
                <a:latin typeface="Helvetica Neue"/>
                <a:ea typeface="Helvetica Neue"/>
                <a:cs typeface="Helvetica Neue"/>
                <a:sym typeface="Helvetica Neue"/>
              </a:rPr>
              <a:t>support.bccvl.org.au</a:t>
            </a:r>
            <a:r>
              <a:rPr lang="en-US" sz="1600" b="0" i="0" u="none" strike="noStrike" cap="none" dirty="0">
                <a:solidFill>
                  <a:srgbClr val="FFFFFF"/>
                </a:solidFill>
                <a:latin typeface="Helvetica Neue"/>
                <a:ea typeface="Helvetica Neue"/>
                <a:cs typeface="Helvetica Neue"/>
                <a:sym typeface="Helvetica Neue"/>
              </a:rPr>
              <a:t>/support/solutions/articles/6000083216-maxent</a:t>
            </a:r>
            <a:endParaRPr sz="1600" b="0" i="0" u="none" strike="noStrike" cap="none" dirty="0">
              <a:solidFill>
                <a:srgbClr val="FFFFFF"/>
              </a:solidFill>
              <a:latin typeface="Helvetica Neue"/>
              <a:ea typeface="Helvetica Neue"/>
              <a:cs typeface="Helvetica Neue"/>
              <a:sym typeface="Helvetica Neue"/>
            </a:endParaRPr>
          </a:p>
        </p:txBody>
      </p:sp>
      <p:pic>
        <p:nvPicPr>
          <p:cNvPr id="299" name="Google Shape;299;p21"/>
          <p:cNvPicPr preferRelativeResize="0"/>
          <p:nvPr/>
        </p:nvPicPr>
        <p:blipFill rotWithShape="1">
          <a:blip r:embed="rId3">
            <a:alphaModFix/>
          </a:blip>
          <a:srcRect/>
          <a:stretch/>
        </p:blipFill>
        <p:spPr>
          <a:xfrm>
            <a:off x="8206724" y="4911478"/>
            <a:ext cx="4564739" cy="4184344"/>
          </a:xfrm>
          <a:prstGeom prst="rect">
            <a:avLst/>
          </a:prstGeom>
          <a:noFill/>
          <a:ln>
            <a:noFill/>
          </a:ln>
        </p:spPr>
      </p:pic>
      <p:pic>
        <p:nvPicPr>
          <p:cNvPr id="300" name="Google Shape;300;p21"/>
          <p:cNvPicPr preferRelativeResize="0"/>
          <p:nvPr/>
        </p:nvPicPr>
        <p:blipFill rotWithShape="1">
          <a:blip r:embed="rId4">
            <a:alphaModFix/>
          </a:blip>
          <a:srcRect/>
          <a:stretch/>
        </p:blipFill>
        <p:spPr>
          <a:xfrm>
            <a:off x="233336" y="5294479"/>
            <a:ext cx="6816514" cy="3689931"/>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04"/>
        <p:cNvGrpSpPr/>
        <p:nvPr/>
      </p:nvGrpSpPr>
      <p:grpSpPr>
        <a:xfrm>
          <a:off x="0" y="0"/>
          <a:ext cx="0" cy="0"/>
          <a:chOff x="0" y="0"/>
          <a:chExt cx="0" cy="0"/>
        </a:xfrm>
      </p:grpSpPr>
      <p:sp>
        <p:nvSpPr>
          <p:cNvPr id="305" name="Google Shape;305;p23"/>
          <p:cNvSpPr txBox="1">
            <a:spLocks noGrp="1"/>
          </p:cNvSpPr>
          <p:nvPr>
            <p:ph type="body" idx="2"/>
          </p:nvPr>
        </p:nvSpPr>
        <p:spPr>
          <a:xfrm>
            <a:off x="643475" y="2473675"/>
            <a:ext cx="12118800" cy="4735500"/>
          </a:xfrm>
          <a:prstGeom prst="rect">
            <a:avLst/>
          </a:prstGeom>
          <a:noFill/>
          <a:ln>
            <a:noFill/>
          </a:ln>
        </p:spPr>
        <p:txBody>
          <a:bodyPr spcFirstLastPara="1" wrap="square" lIns="27075" tIns="27075" rIns="27075" bIns="27075" anchor="t" anchorCtr="0">
            <a:noAutofit/>
          </a:bodyPr>
          <a:lstStyle/>
          <a:p>
            <a:pPr marL="293624" lvl="0" indent="-293624" algn="l" rtl="0">
              <a:lnSpc>
                <a:spcPct val="90000"/>
              </a:lnSpc>
              <a:spcBef>
                <a:spcPts val="0"/>
              </a:spcBef>
              <a:spcAft>
                <a:spcPts val="0"/>
              </a:spcAft>
              <a:buClr>
                <a:srgbClr val="FFFFFF"/>
              </a:buClr>
              <a:buSzPts val="3444"/>
              <a:buFont typeface="Helvetica Neue"/>
              <a:buChar char="•"/>
            </a:pPr>
            <a:r>
              <a:rPr lang="en-US" sz="2800"/>
              <a:t>How does the environment associated with species' occurrences relate to the surrounding environment?</a:t>
            </a:r>
            <a:endParaRPr/>
          </a:p>
          <a:p>
            <a:pPr marL="293624" lvl="0" indent="-293624" algn="l" rtl="0">
              <a:lnSpc>
                <a:spcPct val="90000"/>
              </a:lnSpc>
              <a:spcBef>
                <a:spcPts val="2100"/>
              </a:spcBef>
              <a:spcAft>
                <a:spcPts val="0"/>
              </a:spcAft>
              <a:buClr>
                <a:srgbClr val="FFFFFF"/>
              </a:buClr>
              <a:buSzPts val="3444"/>
              <a:buFont typeface="Helvetica Neue"/>
              <a:buChar char="•"/>
            </a:pPr>
            <a:r>
              <a:rPr lang="en-US" sz="2800"/>
              <a:t>Background can contain presence points </a:t>
            </a:r>
            <a:endParaRPr/>
          </a:p>
          <a:p>
            <a:pPr marL="293624" lvl="0" indent="-293624" algn="l" rtl="0">
              <a:lnSpc>
                <a:spcPct val="90000"/>
              </a:lnSpc>
              <a:spcBef>
                <a:spcPts val="2100"/>
              </a:spcBef>
              <a:spcAft>
                <a:spcPts val="0"/>
              </a:spcAft>
              <a:buClr>
                <a:srgbClr val="FFFFFF"/>
              </a:buClr>
              <a:buSzPts val="3444"/>
              <a:buFont typeface="Helvetica Neue"/>
              <a:buChar char="•"/>
            </a:pPr>
            <a:r>
              <a:rPr lang="en-US" sz="2800"/>
              <a:t>Should be representative of the area the species can access (M)</a:t>
            </a:r>
            <a:endParaRPr/>
          </a:p>
        </p:txBody>
      </p:sp>
      <p:sp>
        <p:nvSpPr>
          <p:cNvPr id="306" name="Google Shape;306;p23"/>
          <p:cNvSpPr txBox="1"/>
          <p:nvPr/>
        </p:nvSpPr>
        <p:spPr>
          <a:xfrm>
            <a:off x="407176" y="5728216"/>
            <a:ext cx="12420300" cy="1886400"/>
          </a:xfrm>
          <a:prstGeom prst="rect">
            <a:avLst/>
          </a:prstGeom>
          <a:noFill/>
          <a:ln>
            <a:noFill/>
          </a:ln>
        </p:spPr>
        <p:txBody>
          <a:bodyPr spcFirstLastPara="1" wrap="square" lIns="27075" tIns="27075" rIns="27075" bIns="27075" anchor="ctr" anchorCtr="0">
            <a:spAutoFit/>
          </a:bodyPr>
          <a:lstStyle/>
          <a:p>
            <a:pPr marL="0" marR="0" lvl="0" indent="0" algn="ctr" rtl="0">
              <a:lnSpc>
                <a:spcPct val="100000"/>
              </a:lnSpc>
              <a:spcBef>
                <a:spcPts val="0"/>
              </a:spcBef>
              <a:spcAft>
                <a:spcPts val="0"/>
              </a:spcAft>
              <a:buClr>
                <a:srgbClr val="FFFFFF"/>
              </a:buClr>
              <a:buSzPts val="3500"/>
              <a:buFont typeface="Helvetica Neue"/>
              <a:buNone/>
            </a:pPr>
            <a:r>
              <a:rPr lang="en-US" sz="3500" b="1" i="0" u="none" strike="noStrike" cap="none">
                <a:solidFill>
                  <a:srgbClr val="FFFFFF"/>
                </a:solidFill>
                <a:latin typeface="Helvetica Neue"/>
                <a:ea typeface="Helvetica Neue"/>
                <a:cs typeface="Helvetica Neue"/>
                <a:sym typeface="Helvetica Neue"/>
              </a:rPr>
              <a:t>Why/How is this different from:</a:t>
            </a:r>
            <a:endParaRPr sz="3500" b="1" i="0" u="none" strike="noStrike" cap="none">
              <a:solidFill>
                <a:srgbClr val="FFFFFF"/>
              </a:solidFill>
              <a:latin typeface="Helvetica Neue"/>
              <a:ea typeface="Helvetica Neue"/>
              <a:cs typeface="Helvetica Neue"/>
              <a:sym typeface="Helvetica Neue"/>
            </a:endParaRPr>
          </a:p>
          <a:p>
            <a:pPr marL="457200" marR="0" lvl="0" indent="-450850" algn="ctr" rtl="0">
              <a:lnSpc>
                <a:spcPct val="100000"/>
              </a:lnSpc>
              <a:spcBef>
                <a:spcPts val="0"/>
              </a:spcBef>
              <a:spcAft>
                <a:spcPts val="0"/>
              </a:spcAft>
              <a:buClr>
                <a:srgbClr val="FFFFFF"/>
              </a:buClr>
              <a:buSzPts val="3500"/>
              <a:buFont typeface="Helvetica Neue"/>
              <a:buChar char="●"/>
            </a:pPr>
            <a:r>
              <a:rPr lang="en-US" sz="3500" b="1" i="0" u="none" strike="noStrike" cap="none">
                <a:solidFill>
                  <a:srgbClr val="FFFFFF"/>
                </a:solidFill>
                <a:latin typeface="Helvetica Neue"/>
                <a:ea typeface="Helvetica Neue"/>
                <a:cs typeface="Helvetica Neue"/>
                <a:sym typeface="Helvetica Neue"/>
              </a:rPr>
              <a:t> Pseudoabsences?</a:t>
            </a:r>
            <a:endParaRPr sz="3500" b="1" i="0" u="none" strike="noStrike" cap="none">
              <a:solidFill>
                <a:srgbClr val="FFFFFF"/>
              </a:solidFill>
              <a:latin typeface="Helvetica Neue"/>
              <a:ea typeface="Helvetica Neue"/>
              <a:cs typeface="Helvetica Neue"/>
              <a:sym typeface="Helvetica Neue"/>
            </a:endParaRPr>
          </a:p>
          <a:p>
            <a:pPr marL="457200" marR="0" lvl="0" indent="-450850" algn="ctr" rtl="0">
              <a:lnSpc>
                <a:spcPct val="100000"/>
              </a:lnSpc>
              <a:spcBef>
                <a:spcPts val="0"/>
              </a:spcBef>
              <a:spcAft>
                <a:spcPts val="0"/>
              </a:spcAft>
              <a:buClr>
                <a:srgbClr val="FFFFFF"/>
              </a:buClr>
              <a:buSzPts val="3500"/>
              <a:buFont typeface="Helvetica Neue"/>
              <a:buChar char="●"/>
            </a:pPr>
            <a:r>
              <a:rPr lang="en-US" sz="3500" b="1" i="0" u="none" strike="noStrike" cap="none">
                <a:solidFill>
                  <a:srgbClr val="FFFFFF"/>
                </a:solidFill>
                <a:latin typeface="Helvetica Neue"/>
                <a:ea typeface="Helvetica Neue"/>
                <a:cs typeface="Helvetica Neue"/>
                <a:sym typeface="Helvetica Neue"/>
              </a:rPr>
              <a:t>Only presences?</a:t>
            </a:r>
            <a:endParaRPr sz="3500" b="1" i="0" u="none" strike="noStrike" cap="none">
              <a:solidFill>
                <a:srgbClr val="FFFFFF"/>
              </a:solidFill>
              <a:latin typeface="Helvetica Neue"/>
              <a:ea typeface="Helvetica Neue"/>
              <a:cs typeface="Helvetica Neue"/>
              <a:sym typeface="Helvetica Neue"/>
            </a:endParaRPr>
          </a:p>
          <a:p>
            <a:pPr marL="0" marR="0" lvl="0" indent="0" algn="l" rtl="0">
              <a:lnSpc>
                <a:spcPct val="100000"/>
              </a:lnSpc>
              <a:spcBef>
                <a:spcPts val="0"/>
              </a:spcBef>
              <a:spcAft>
                <a:spcPts val="0"/>
              </a:spcAft>
              <a:buClr>
                <a:srgbClr val="FFFFFF"/>
              </a:buClr>
              <a:buSzPts val="3500"/>
              <a:buFont typeface="Helvetica Neue"/>
              <a:buNone/>
            </a:pPr>
            <a:endParaRPr sz="1400" b="0" i="0" u="none" strike="noStrike" cap="none">
              <a:solidFill>
                <a:srgbClr val="000000"/>
              </a:solidFill>
              <a:latin typeface="Arial"/>
              <a:ea typeface="Arial"/>
              <a:cs typeface="Arial"/>
              <a:sym typeface="Arial"/>
            </a:endParaRPr>
          </a:p>
        </p:txBody>
      </p:sp>
      <p:sp>
        <p:nvSpPr>
          <p:cNvPr id="307" name="Google Shape;307;p23"/>
          <p:cNvSpPr txBox="1"/>
          <p:nvPr/>
        </p:nvSpPr>
        <p:spPr>
          <a:xfrm>
            <a:off x="605551" y="829881"/>
            <a:ext cx="11717868" cy="960889"/>
          </a:xfrm>
          <a:prstGeom prst="rect">
            <a:avLst/>
          </a:prstGeom>
          <a:noFill/>
          <a:ln>
            <a:noFill/>
          </a:ln>
        </p:spPr>
        <p:txBody>
          <a:bodyPr spcFirstLastPara="1" wrap="square" lIns="27075" tIns="27075" rIns="27075" bIns="27075" anchor="t" anchorCtr="0">
            <a:normAutofit/>
          </a:bodyPr>
          <a:lstStyle/>
          <a:p>
            <a:pPr marL="0" marR="0" lvl="0" indent="0" algn="l" rtl="0">
              <a:lnSpc>
                <a:spcPct val="80000"/>
              </a:lnSpc>
              <a:spcBef>
                <a:spcPts val="0"/>
              </a:spcBef>
              <a:spcAft>
                <a:spcPts val="0"/>
              </a:spcAft>
              <a:buClr>
                <a:srgbClr val="FFFFFF"/>
              </a:buClr>
              <a:buSzPts val="3720"/>
              <a:buFont typeface="Helvetica Neue"/>
              <a:buNone/>
            </a:pPr>
            <a:r>
              <a:rPr lang="en-US" sz="3720" b="1" i="0" u="none" strike="noStrike" cap="none">
                <a:solidFill>
                  <a:srgbClr val="FFFFFF"/>
                </a:solidFill>
                <a:latin typeface="Helvetica Neue"/>
                <a:ea typeface="Helvetica Neue"/>
                <a:cs typeface="Helvetica Neue"/>
                <a:sym typeface="Helvetica Neue"/>
              </a:rPr>
              <a:t>Presence / Background</a:t>
            </a: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11"/>
        <p:cNvGrpSpPr/>
        <p:nvPr/>
      </p:nvGrpSpPr>
      <p:grpSpPr>
        <a:xfrm>
          <a:off x="0" y="0"/>
          <a:ext cx="0" cy="0"/>
          <a:chOff x="0" y="0"/>
          <a:chExt cx="0" cy="0"/>
        </a:xfrm>
      </p:grpSpPr>
      <p:sp>
        <p:nvSpPr>
          <p:cNvPr id="312" name="Google Shape;312;p24"/>
          <p:cNvSpPr txBox="1">
            <a:spLocks noGrp="1"/>
          </p:cNvSpPr>
          <p:nvPr>
            <p:ph type="title"/>
          </p:nvPr>
        </p:nvSpPr>
        <p:spPr>
          <a:xfrm>
            <a:off x="643466" y="779328"/>
            <a:ext cx="11717868" cy="954424"/>
          </a:xfrm>
          <a:prstGeom prst="rect">
            <a:avLst/>
          </a:prstGeom>
          <a:noFill/>
          <a:ln>
            <a:noFill/>
          </a:ln>
        </p:spPr>
        <p:txBody>
          <a:bodyPr spcFirstLastPara="1" wrap="square" lIns="27075" tIns="27075" rIns="27075" bIns="27075" anchor="t" anchorCtr="0">
            <a:normAutofit/>
          </a:bodyPr>
          <a:lstStyle/>
          <a:p>
            <a:pPr marL="0" lvl="0" indent="0" algn="l" rtl="0">
              <a:lnSpc>
                <a:spcPct val="80000"/>
              </a:lnSpc>
              <a:spcBef>
                <a:spcPts val="0"/>
              </a:spcBef>
              <a:spcAft>
                <a:spcPts val="0"/>
              </a:spcAft>
              <a:buClr>
                <a:srgbClr val="FFFFFF"/>
              </a:buClr>
              <a:buSzPts val="3800"/>
              <a:buFont typeface="Helvetica Neue"/>
              <a:buNone/>
            </a:pPr>
            <a:r>
              <a:rPr lang="en-US"/>
              <a:t>Projecting in time and space</a:t>
            </a:r>
            <a:endParaRPr i="1"/>
          </a:p>
        </p:txBody>
      </p:sp>
      <p:sp>
        <p:nvSpPr>
          <p:cNvPr id="313" name="Google Shape;313;p24"/>
          <p:cNvSpPr txBox="1">
            <a:spLocks noGrp="1"/>
          </p:cNvSpPr>
          <p:nvPr>
            <p:ph type="body" idx="2"/>
          </p:nvPr>
        </p:nvSpPr>
        <p:spPr>
          <a:xfrm>
            <a:off x="643466" y="1972688"/>
            <a:ext cx="11717868" cy="1675596"/>
          </a:xfrm>
          <a:prstGeom prst="rect">
            <a:avLst/>
          </a:prstGeom>
          <a:noFill/>
          <a:ln>
            <a:noFill/>
          </a:ln>
        </p:spPr>
        <p:txBody>
          <a:bodyPr spcFirstLastPara="1" wrap="square" lIns="27075" tIns="27075" rIns="27075" bIns="27075" anchor="t" anchorCtr="0">
            <a:normAutofit/>
          </a:bodyPr>
          <a:lstStyle/>
          <a:p>
            <a:pPr marL="431800" lvl="0" indent="-431800" algn="l" rtl="0">
              <a:lnSpc>
                <a:spcPct val="90000"/>
              </a:lnSpc>
              <a:spcBef>
                <a:spcPts val="0"/>
              </a:spcBef>
              <a:spcAft>
                <a:spcPts val="0"/>
              </a:spcAft>
              <a:buClr>
                <a:srgbClr val="FFFFFF"/>
              </a:buClr>
              <a:buSzPts val="4182"/>
              <a:buFont typeface="Helvetica Neue"/>
              <a:buChar char="•"/>
            </a:pPr>
            <a:r>
              <a:rPr lang="en-US"/>
              <a:t>It is possible to project models in time and space if the same variables are available. But should you?</a:t>
            </a:r>
            <a:endParaRPr i="1"/>
          </a:p>
        </p:txBody>
      </p:sp>
      <p:pic>
        <p:nvPicPr>
          <p:cNvPr id="314" name="Google Shape;314;p24" descr="D_microcephalus_refugia.jpg"/>
          <p:cNvPicPr preferRelativeResize="0"/>
          <p:nvPr/>
        </p:nvPicPr>
        <p:blipFill rotWithShape="1">
          <a:blip r:embed="rId3">
            <a:alphaModFix/>
          </a:blip>
          <a:srcRect l="8323" t="35139" r="7499" b="34953"/>
          <a:stretch/>
        </p:blipFill>
        <p:spPr>
          <a:xfrm>
            <a:off x="5920644" y="3678881"/>
            <a:ext cx="3775335" cy="1735786"/>
          </a:xfrm>
          <a:prstGeom prst="rect">
            <a:avLst/>
          </a:prstGeom>
          <a:noFill/>
          <a:ln>
            <a:noFill/>
          </a:ln>
        </p:spPr>
      </p:pic>
      <p:pic>
        <p:nvPicPr>
          <p:cNvPr id="315" name="Google Shape;315;p24" descr="D_microcephalus_pre_tresh.jpg"/>
          <p:cNvPicPr preferRelativeResize="0"/>
          <p:nvPr/>
        </p:nvPicPr>
        <p:blipFill rotWithShape="1">
          <a:blip r:embed="rId4">
            <a:alphaModFix/>
          </a:blip>
          <a:srcRect l="9031" t="34999" r="9324" b="35292"/>
          <a:stretch/>
        </p:blipFill>
        <p:spPr>
          <a:xfrm>
            <a:off x="987294" y="3627684"/>
            <a:ext cx="3775651" cy="1777815"/>
          </a:xfrm>
          <a:prstGeom prst="rect">
            <a:avLst/>
          </a:prstGeom>
          <a:noFill/>
          <a:ln>
            <a:noFill/>
          </a:ln>
        </p:spPr>
      </p:pic>
      <p:sp>
        <p:nvSpPr>
          <p:cNvPr id="316" name="Google Shape;316;p24"/>
          <p:cNvSpPr txBox="1"/>
          <p:nvPr/>
        </p:nvSpPr>
        <p:spPr>
          <a:xfrm>
            <a:off x="1170217" y="5574841"/>
            <a:ext cx="3194700" cy="533700"/>
          </a:xfrm>
          <a:prstGeom prst="rect">
            <a:avLst/>
          </a:prstGeom>
          <a:noFill/>
          <a:ln>
            <a:noFill/>
          </a:ln>
        </p:spPr>
        <p:txBody>
          <a:bodyPr spcFirstLastPara="1" wrap="square" lIns="50800" tIns="50800" rIns="50800" bIns="50800" anchor="b" anchorCtr="0">
            <a:spAutoFit/>
          </a:bodyPr>
          <a:lstStyle/>
          <a:p>
            <a:pPr marL="0" marR="0" lvl="0" indent="0" algn="ctr" rtl="0">
              <a:lnSpc>
                <a:spcPct val="100000"/>
              </a:lnSpc>
              <a:spcBef>
                <a:spcPts val="0"/>
              </a:spcBef>
              <a:spcAft>
                <a:spcPts val="0"/>
              </a:spcAft>
              <a:buClr>
                <a:srgbClr val="FFFFFF"/>
              </a:buClr>
              <a:buSzPts val="2800"/>
              <a:buFont typeface="Helvetica Neue Light"/>
              <a:buNone/>
            </a:pPr>
            <a:r>
              <a:rPr lang="en-US" sz="2800" b="0" i="0" u="none" strike="noStrike" cap="none">
                <a:solidFill>
                  <a:srgbClr val="FFFFFF"/>
                </a:solidFill>
                <a:latin typeface="Helvetica Neue Light"/>
                <a:ea typeface="Helvetica Neue Light"/>
                <a:cs typeface="Helvetica Neue Light"/>
                <a:sym typeface="Helvetica Neue Light"/>
              </a:rPr>
              <a:t>Training</a:t>
            </a:r>
            <a:endParaRPr sz="1400" b="0" i="0" u="none" strike="noStrike" cap="none">
              <a:solidFill>
                <a:srgbClr val="000000"/>
              </a:solidFill>
              <a:latin typeface="Arial"/>
              <a:ea typeface="Arial"/>
              <a:cs typeface="Arial"/>
              <a:sym typeface="Arial"/>
            </a:endParaRPr>
          </a:p>
        </p:txBody>
      </p:sp>
      <p:sp>
        <p:nvSpPr>
          <p:cNvPr id="317" name="Google Shape;317;p24"/>
          <p:cNvSpPr txBox="1"/>
          <p:nvPr/>
        </p:nvSpPr>
        <p:spPr>
          <a:xfrm>
            <a:off x="6990176" y="5574841"/>
            <a:ext cx="1636200" cy="533700"/>
          </a:xfrm>
          <a:prstGeom prst="rect">
            <a:avLst/>
          </a:prstGeom>
          <a:noFill/>
          <a:ln>
            <a:noFill/>
          </a:ln>
        </p:spPr>
        <p:txBody>
          <a:bodyPr spcFirstLastPara="1" wrap="square" lIns="50800" tIns="50800" rIns="50800" bIns="50800" anchor="b" anchorCtr="0">
            <a:spAutoFit/>
          </a:bodyPr>
          <a:lstStyle/>
          <a:p>
            <a:pPr marL="0" marR="0" lvl="0" indent="0" algn="ctr" rtl="0">
              <a:lnSpc>
                <a:spcPct val="100000"/>
              </a:lnSpc>
              <a:spcBef>
                <a:spcPts val="0"/>
              </a:spcBef>
              <a:spcAft>
                <a:spcPts val="0"/>
              </a:spcAft>
              <a:buClr>
                <a:srgbClr val="FFFFFF"/>
              </a:buClr>
              <a:buSzPts val="2800"/>
              <a:buFont typeface="Helvetica Neue Light"/>
              <a:buNone/>
            </a:pPr>
            <a:r>
              <a:rPr lang="en-US" sz="2800" b="0" i="0" u="none" strike="noStrike" cap="none">
                <a:solidFill>
                  <a:srgbClr val="FFFFFF"/>
                </a:solidFill>
                <a:latin typeface="Helvetica Neue Light"/>
                <a:ea typeface="Helvetica Neue Light"/>
                <a:cs typeface="Helvetica Neue Light"/>
                <a:sym typeface="Helvetica Neue Light"/>
              </a:rPr>
              <a:t>Projection</a:t>
            </a:r>
            <a:endParaRPr sz="1400" b="0" i="0" u="none" strike="noStrike" cap="none">
              <a:solidFill>
                <a:srgbClr val="000000"/>
              </a:solidFill>
              <a:latin typeface="Arial"/>
              <a:ea typeface="Arial"/>
              <a:cs typeface="Arial"/>
              <a:sym typeface="Arial"/>
            </a:endParaRPr>
          </a:p>
        </p:txBody>
      </p:sp>
      <p:pic>
        <p:nvPicPr>
          <p:cNvPr id="318" name="Google Shape;318;p24" descr="Proyecciom_T10.jpg"/>
          <p:cNvPicPr preferRelativeResize="0"/>
          <p:nvPr/>
        </p:nvPicPr>
        <p:blipFill rotWithShape="1">
          <a:blip r:embed="rId5">
            <a:alphaModFix/>
          </a:blip>
          <a:srcRect/>
          <a:stretch/>
        </p:blipFill>
        <p:spPr>
          <a:xfrm>
            <a:off x="6093169" y="6283698"/>
            <a:ext cx="3430284" cy="2709370"/>
          </a:xfrm>
          <a:prstGeom prst="rect">
            <a:avLst/>
          </a:prstGeom>
          <a:noFill/>
          <a:ln>
            <a:noFill/>
          </a:ln>
        </p:spPr>
      </p:pic>
      <p:pic>
        <p:nvPicPr>
          <p:cNvPr id="319" name="Google Shape;319;p24" descr="modelo_T10.jpg"/>
          <p:cNvPicPr preferRelativeResize="0"/>
          <p:nvPr/>
        </p:nvPicPr>
        <p:blipFill rotWithShape="1">
          <a:blip r:embed="rId6">
            <a:alphaModFix/>
          </a:blip>
          <a:srcRect/>
          <a:stretch/>
        </p:blipFill>
        <p:spPr>
          <a:xfrm>
            <a:off x="1170217" y="6283698"/>
            <a:ext cx="3277106" cy="2588384"/>
          </a:xfrm>
          <a:prstGeom prst="rect">
            <a:avLst/>
          </a:prstGeom>
          <a:noFill/>
          <a:ln>
            <a:noFill/>
          </a:ln>
        </p:spPr>
      </p:pic>
      <p:sp>
        <p:nvSpPr>
          <p:cNvPr id="320" name="Google Shape;320;p24"/>
          <p:cNvSpPr txBox="1"/>
          <p:nvPr/>
        </p:nvSpPr>
        <p:spPr>
          <a:xfrm>
            <a:off x="9897403" y="4152860"/>
            <a:ext cx="2239500" cy="533700"/>
          </a:xfrm>
          <a:prstGeom prst="rect">
            <a:avLst/>
          </a:prstGeom>
          <a:noFill/>
          <a:ln>
            <a:noFill/>
          </a:ln>
        </p:spPr>
        <p:txBody>
          <a:bodyPr spcFirstLastPara="1" wrap="square" lIns="50800" tIns="50800" rIns="50800" bIns="50800" anchor="b" anchorCtr="0">
            <a:spAutoFit/>
          </a:bodyPr>
          <a:lstStyle/>
          <a:p>
            <a:pPr marL="0" marR="0" lvl="0" indent="0" algn="ctr" rtl="0">
              <a:lnSpc>
                <a:spcPct val="100000"/>
              </a:lnSpc>
              <a:spcBef>
                <a:spcPts val="0"/>
              </a:spcBef>
              <a:spcAft>
                <a:spcPts val="0"/>
              </a:spcAft>
              <a:buClr>
                <a:srgbClr val="FFFFFF"/>
              </a:buClr>
              <a:buSzPts val="2800"/>
              <a:buFont typeface="Helvetica Neue Light"/>
              <a:buNone/>
            </a:pPr>
            <a:r>
              <a:rPr lang="en-US" sz="2800" b="0" i="0" u="none" strike="noStrike" cap="none">
                <a:solidFill>
                  <a:srgbClr val="FFFFFF"/>
                </a:solidFill>
                <a:latin typeface="Helvetica Neue Light"/>
                <a:ea typeface="Helvetica Neue Light"/>
                <a:cs typeface="Helvetica Neue Light"/>
                <a:sym typeface="Helvetica Neue Light"/>
              </a:rPr>
              <a:t>Time </a:t>
            </a:r>
            <a:endParaRPr sz="2800" b="0" i="0" u="none" strike="noStrike" cap="none">
              <a:solidFill>
                <a:srgbClr val="FFFFFF"/>
              </a:solidFill>
              <a:latin typeface="Helvetica Neue Light"/>
              <a:ea typeface="Helvetica Neue Light"/>
              <a:cs typeface="Helvetica Neue Light"/>
              <a:sym typeface="Helvetica Neue Light"/>
            </a:endParaRPr>
          </a:p>
        </p:txBody>
      </p:sp>
      <p:sp>
        <p:nvSpPr>
          <p:cNvPr id="321" name="Google Shape;321;p24"/>
          <p:cNvSpPr txBox="1"/>
          <p:nvPr/>
        </p:nvSpPr>
        <p:spPr>
          <a:xfrm>
            <a:off x="9735500" y="7295907"/>
            <a:ext cx="2563200" cy="533700"/>
          </a:xfrm>
          <a:prstGeom prst="rect">
            <a:avLst/>
          </a:prstGeom>
          <a:noFill/>
          <a:ln>
            <a:noFill/>
          </a:ln>
        </p:spPr>
        <p:txBody>
          <a:bodyPr spcFirstLastPara="1" wrap="square" lIns="50800" tIns="50800" rIns="50800" bIns="50800" anchor="b" anchorCtr="0">
            <a:spAutoFit/>
          </a:bodyPr>
          <a:lstStyle/>
          <a:p>
            <a:pPr marL="0" marR="0" lvl="0" indent="0" algn="ctr" rtl="0">
              <a:lnSpc>
                <a:spcPct val="100000"/>
              </a:lnSpc>
              <a:spcBef>
                <a:spcPts val="0"/>
              </a:spcBef>
              <a:spcAft>
                <a:spcPts val="0"/>
              </a:spcAft>
              <a:buClr>
                <a:srgbClr val="FFFFFF"/>
              </a:buClr>
              <a:buSzPts val="2800"/>
              <a:buFont typeface="Helvetica Neue Light"/>
              <a:buNone/>
            </a:pPr>
            <a:r>
              <a:rPr lang="en-US" sz="2800" b="0" i="0" u="none" strike="noStrike" cap="none">
                <a:solidFill>
                  <a:srgbClr val="FFFFFF"/>
                </a:solidFill>
                <a:latin typeface="Helvetica Neue Light"/>
                <a:ea typeface="Helvetica Neue Light"/>
                <a:cs typeface="Helvetica Neue Light"/>
                <a:sym typeface="Helvetica Neue Light"/>
              </a:rPr>
              <a:t>Space</a:t>
            </a:r>
            <a:endParaRPr sz="2800" b="0" i="0" u="none" strike="noStrike" cap="none">
              <a:solidFill>
                <a:srgbClr val="FFFFFF"/>
              </a:solidFill>
              <a:latin typeface="Helvetica Neue Light"/>
              <a:ea typeface="Helvetica Neue Light"/>
              <a:cs typeface="Helvetica Neue Light"/>
              <a:sym typeface="Helvetica Neue Light"/>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25"/>
        <p:cNvGrpSpPr/>
        <p:nvPr/>
      </p:nvGrpSpPr>
      <p:grpSpPr>
        <a:xfrm>
          <a:off x="0" y="0"/>
          <a:ext cx="0" cy="0"/>
          <a:chOff x="0" y="0"/>
          <a:chExt cx="0" cy="0"/>
        </a:xfrm>
      </p:grpSpPr>
      <p:pic>
        <p:nvPicPr>
          <p:cNvPr id="326" name="Google Shape;326;p25" descr="Screen Shot 2021-07-27 at 11.40.04 AM.png"/>
          <p:cNvPicPr preferRelativeResize="0"/>
          <p:nvPr/>
        </p:nvPicPr>
        <p:blipFill rotWithShape="1">
          <a:blip r:embed="rId3">
            <a:alphaModFix/>
          </a:blip>
          <a:srcRect l="12487" t="3210"/>
          <a:stretch/>
        </p:blipFill>
        <p:spPr>
          <a:xfrm>
            <a:off x="3585763" y="2724961"/>
            <a:ext cx="5833272" cy="6086059"/>
          </a:xfrm>
          <a:prstGeom prst="rect">
            <a:avLst/>
          </a:prstGeom>
          <a:noFill/>
          <a:ln>
            <a:noFill/>
          </a:ln>
        </p:spPr>
      </p:pic>
      <p:sp>
        <p:nvSpPr>
          <p:cNvPr id="327" name="Google Shape;327;p25"/>
          <p:cNvSpPr txBox="1"/>
          <p:nvPr/>
        </p:nvSpPr>
        <p:spPr>
          <a:xfrm>
            <a:off x="10255448" y="9250121"/>
            <a:ext cx="1997897" cy="277098"/>
          </a:xfrm>
          <a:prstGeom prst="rect">
            <a:avLst/>
          </a:prstGeom>
          <a:noFill/>
          <a:ln>
            <a:noFill/>
          </a:ln>
        </p:spPr>
        <p:txBody>
          <a:bodyPr spcFirstLastPara="1" wrap="square" lIns="27075" tIns="27075" rIns="27075" bIns="27075" anchor="ctr" anchorCtr="0">
            <a:spAutoFit/>
          </a:bodyPr>
          <a:lstStyle/>
          <a:p>
            <a:pPr marL="0" marR="0" lvl="0" indent="0" algn="ctr" rtl="0">
              <a:lnSpc>
                <a:spcPct val="100000"/>
              </a:lnSpc>
              <a:spcBef>
                <a:spcPts val="0"/>
              </a:spcBef>
              <a:spcAft>
                <a:spcPts val="0"/>
              </a:spcAft>
              <a:buClr>
                <a:srgbClr val="FFFFFF"/>
              </a:buClr>
              <a:buSzPts val="1600"/>
              <a:buFont typeface="Helvetica Neue"/>
              <a:buNone/>
            </a:pPr>
            <a:r>
              <a:rPr lang="en-US" sz="1600" b="0" i="0" u="none" strike="noStrike" cap="none" dirty="0">
                <a:solidFill>
                  <a:srgbClr val="FFFFFF"/>
                </a:solidFill>
                <a:latin typeface="Helvetica Neue"/>
                <a:ea typeface="Helvetica Neue"/>
                <a:cs typeface="Helvetica Neue"/>
                <a:sym typeface="Helvetica Neue"/>
              </a:rPr>
              <a:t>Peterson et al., 2011 </a:t>
            </a:r>
            <a:endParaRPr sz="1400" b="0" i="0" u="none" strike="noStrike" cap="none" dirty="0">
              <a:solidFill>
                <a:srgbClr val="000000"/>
              </a:solidFill>
              <a:latin typeface="Arial"/>
              <a:ea typeface="Arial"/>
              <a:cs typeface="Arial"/>
              <a:sym typeface="Arial"/>
            </a:endParaRPr>
          </a:p>
        </p:txBody>
      </p:sp>
      <p:sp>
        <p:nvSpPr>
          <p:cNvPr id="328" name="Google Shape;328;p25"/>
          <p:cNvSpPr txBox="1">
            <a:spLocks noGrp="1"/>
          </p:cNvSpPr>
          <p:nvPr>
            <p:ph type="title"/>
          </p:nvPr>
        </p:nvSpPr>
        <p:spPr>
          <a:xfrm>
            <a:off x="643466" y="779328"/>
            <a:ext cx="11717868" cy="954424"/>
          </a:xfrm>
          <a:prstGeom prst="rect">
            <a:avLst/>
          </a:prstGeom>
          <a:noFill/>
          <a:ln>
            <a:noFill/>
          </a:ln>
        </p:spPr>
        <p:txBody>
          <a:bodyPr spcFirstLastPara="1" wrap="square" lIns="27075" tIns="27075" rIns="27075" bIns="27075" anchor="t" anchorCtr="0">
            <a:normAutofit/>
          </a:bodyPr>
          <a:lstStyle/>
          <a:p>
            <a:pPr marL="0" lvl="0" indent="0" algn="l" rtl="0">
              <a:lnSpc>
                <a:spcPct val="80000"/>
              </a:lnSpc>
              <a:spcBef>
                <a:spcPts val="0"/>
              </a:spcBef>
              <a:spcAft>
                <a:spcPts val="0"/>
              </a:spcAft>
              <a:buClr>
                <a:srgbClr val="FFFFFF"/>
              </a:buClr>
              <a:buSzPts val="3800"/>
              <a:buFont typeface="Helvetica Neue"/>
              <a:buNone/>
            </a:pPr>
            <a:r>
              <a:rPr lang="en-US"/>
              <a:t>Projecting in time and space</a:t>
            </a:r>
            <a:endParaRPr i="1"/>
          </a:p>
        </p:txBody>
      </p:sp>
      <p:sp>
        <p:nvSpPr>
          <p:cNvPr id="329" name="Google Shape;329;p25"/>
          <p:cNvSpPr txBox="1"/>
          <p:nvPr/>
        </p:nvSpPr>
        <p:spPr>
          <a:xfrm>
            <a:off x="643464" y="1624581"/>
            <a:ext cx="11718000" cy="498600"/>
          </a:xfrm>
          <a:prstGeom prst="rect">
            <a:avLst/>
          </a:prstGeom>
          <a:noFill/>
          <a:ln>
            <a:noFill/>
          </a:ln>
        </p:spPr>
        <p:txBody>
          <a:bodyPr spcFirstLastPara="1" wrap="square" lIns="24375" tIns="24375" rIns="24375" bIns="24375" anchor="t" anchorCtr="0">
            <a:normAutofit lnSpcReduction="10000"/>
          </a:bodyPr>
          <a:lstStyle/>
          <a:p>
            <a:pPr marL="0" marR="0" lvl="0" indent="0" algn="l" rtl="0">
              <a:lnSpc>
                <a:spcPct val="100000"/>
              </a:lnSpc>
              <a:spcBef>
                <a:spcPts val="0"/>
              </a:spcBef>
              <a:spcAft>
                <a:spcPts val="0"/>
              </a:spcAft>
              <a:buClr>
                <a:srgbClr val="FFFFFF"/>
              </a:buClr>
              <a:buSzPts val="2964"/>
              <a:buFont typeface="Helvetica Neue"/>
              <a:buNone/>
            </a:pPr>
            <a:r>
              <a:rPr lang="en-US" sz="2964" b="0" i="0" u="none" strike="noStrike" cap="none">
                <a:solidFill>
                  <a:srgbClr val="FFFFFF"/>
                </a:solidFill>
                <a:latin typeface="Helvetica Neue"/>
                <a:ea typeface="Helvetica Neue"/>
                <a:cs typeface="Helvetica Neue"/>
                <a:sym typeface="Helvetica Neue"/>
              </a:rPr>
              <a:t>The problem of extrapolation </a:t>
            </a:r>
            <a:endParaRPr sz="2964" b="0" i="1" u="none" strike="noStrike" cap="none">
              <a:solidFill>
                <a:srgbClr val="FFFFFF"/>
              </a:solidFill>
              <a:latin typeface="Helvetica Neue"/>
              <a:ea typeface="Helvetica Neue"/>
              <a:cs typeface="Helvetica Neue"/>
              <a:sym typeface="Helvetica Neue"/>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33"/>
        <p:cNvGrpSpPr/>
        <p:nvPr/>
      </p:nvGrpSpPr>
      <p:grpSpPr>
        <a:xfrm>
          <a:off x="0" y="0"/>
          <a:ext cx="0" cy="0"/>
          <a:chOff x="0" y="0"/>
          <a:chExt cx="0" cy="0"/>
        </a:xfrm>
      </p:grpSpPr>
      <p:sp>
        <p:nvSpPr>
          <p:cNvPr id="334" name="Google Shape;334;p26"/>
          <p:cNvSpPr txBox="1">
            <a:spLocks noGrp="1"/>
          </p:cNvSpPr>
          <p:nvPr>
            <p:ph type="title"/>
          </p:nvPr>
        </p:nvSpPr>
        <p:spPr>
          <a:xfrm>
            <a:off x="571500" y="99699"/>
            <a:ext cx="11861800" cy="1749244"/>
          </a:xfrm>
          <a:prstGeom prst="rect">
            <a:avLst/>
          </a:prstGeom>
          <a:noFill/>
          <a:ln>
            <a:noFill/>
          </a:ln>
        </p:spPr>
        <p:txBody>
          <a:bodyPr spcFirstLastPara="1" wrap="square" lIns="50800" tIns="50800" rIns="50800" bIns="50800" anchor="b" anchorCtr="0">
            <a:noAutofit/>
          </a:bodyPr>
          <a:lstStyle/>
          <a:p>
            <a:pPr marL="0" lvl="0" indent="0" algn="l" rtl="0">
              <a:lnSpc>
                <a:spcPct val="100000"/>
              </a:lnSpc>
              <a:spcBef>
                <a:spcPts val="0"/>
              </a:spcBef>
              <a:spcAft>
                <a:spcPts val="0"/>
              </a:spcAft>
              <a:buClr>
                <a:srgbClr val="000000"/>
              </a:buClr>
              <a:buSzPts val="2900"/>
              <a:buFont typeface="Helvetica Neue"/>
              <a:buNone/>
            </a:pPr>
            <a:r>
              <a:rPr lang="en-US" dirty="0"/>
              <a:t>Some things to take into consideration regardless of the algorithm</a:t>
            </a:r>
            <a:endParaRPr i="1" dirty="0"/>
          </a:p>
        </p:txBody>
      </p:sp>
      <p:sp>
        <p:nvSpPr>
          <p:cNvPr id="335" name="Google Shape;335;p26"/>
          <p:cNvSpPr txBox="1">
            <a:spLocks noGrp="1"/>
          </p:cNvSpPr>
          <p:nvPr>
            <p:ph type="body" idx="1"/>
          </p:nvPr>
        </p:nvSpPr>
        <p:spPr>
          <a:xfrm>
            <a:off x="571500" y="2324100"/>
            <a:ext cx="6829836" cy="7151204"/>
          </a:xfrm>
          <a:prstGeom prst="rect">
            <a:avLst/>
          </a:prstGeom>
          <a:noFill/>
          <a:ln>
            <a:noFill/>
          </a:ln>
        </p:spPr>
        <p:txBody>
          <a:bodyPr spcFirstLastPara="1" wrap="square" lIns="50800" tIns="50800" rIns="50800" bIns="50800" anchor="t" anchorCtr="0">
            <a:noAutofit/>
          </a:bodyPr>
          <a:lstStyle/>
          <a:p>
            <a:pPr marL="266700" lvl="0" indent="-266700" algn="l" rtl="0">
              <a:lnSpc>
                <a:spcPct val="100000"/>
              </a:lnSpc>
              <a:spcBef>
                <a:spcPts val="0"/>
              </a:spcBef>
              <a:spcAft>
                <a:spcPts val="0"/>
              </a:spcAft>
              <a:buClr>
                <a:srgbClr val="000000"/>
              </a:buClr>
              <a:buSzPts val="2400"/>
              <a:buFont typeface="Helvetica Neue"/>
              <a:buChar char="•"/>
            </a:pPr>
            <a:r>
              <a:rPr lang="en-US" sz="2400" dirty="0"/>
              <a:t>The accessible area M (study extent)</a:t>
            </a:r>
            <a:endParaRPr dirty="0"/>
          </a:p>
          <a:p>
            <a:pPr marL="266700" lvl="0" indent="-266700" algn="l" rtl="0">
              <a:lnSpc>
                <a:spcPct val="100000"/>
              </a:lnSpc>
              <a:spcBef>
                <a:spcPts val="1600"/>
              </a:spcBef>
              <a:spcAft>
                <a:spcPts val="0"/>
              </a:spcAft>
              <a:buClr>
                <a:srgbClr val="000000"/>
              </a:buClr>
              <a:buSzPts val="2400"/>
              <a:buFont typeface="Helvetica Neue"/>
              <a:buChar char="•"/>
            </a:pPr>
            <a:r>
              <a:rPr lang="en-US" sz="2400" dirty="0"/>
              <a:t>Point distribution</a:t>
            </a:r>
            <a:endParaRPr sz="2400" dirty="0"/>
          </a:p>
          <a:p>
            <a:pPr marL="266700" lvl="0" indent="-266700" algn="l" rtl="0">
              <a:lnSpc>
                <a:spcPct val="100000"/>
              </a:lnSpc>
              <a:spcBef>
                <a:spcPts val="1600"/>
              </a:spcBef>
              <a:spcAft>
                <a:spcPts val="0"/>
              </a:spcAft>
              <a:buClr>
                <a:srgbClr val="000000"/>
              </a:buClr>
              <a:buSzPts val="2400"/>
              <a:buFont typeface="Helvetica Neue"/>
              <a:buChar char="•"/>
            </a:pPr>
            <a:r>
              <a:rPr lang="en-US" sz="2400" dirty="0"/>
              <a:t>Temporal coverage of the points and variables</a:t>
            </a:r>
            <a:endParaRPr sz="2400" dirty="0"/>
          </a:p>
          <a:p>
            <a:pPr marL="266700" lvl="0" indent="-266700" algn="l" rtl="0">
              <a:lnSpc>
                <a:spcPct val="100000"/>
              </a:lnSpc>
              <a:spcBef>
                <a:spcPts val="1600"/>
              </a:spcBef>
              <a:spcAft>
                <a:spcPts val="0"/>
              </a:spcAft>
              <a:buClr>
                <a:srgbClr val="000000"/>
              </a:buClr>
              <a:buSzPts val="2400"/>
              <a:buFont typeface="Helvetica Neue"/>
              <a:buChar char="•"/>
            </a:pPr>
            <a:r>
              <a:rPr lang="en-US" sz="2400" dirty="0"/>
              <a:t>Collinearity of predictor variables</a:t>
            </a:r>
            <a:endParaRPr sz="2400" dirty="0"/>
          </a:p>
          <a:p>
            <a:pPr marL="266700" lvl="0" indent="-266700" algn="l" rtl="0">
              <a:lnSpc>
                <a:spcPct val="100000"/>
              </a:lnSpc>
              <a:spcBef>
                <a:spcPts val="1600"/>
              </a:spcBef>
              <a:spcAft>
                <a:spcPts val="0"/>
              </a:spcAft>
              <a:buClr>
                <a:srgbClr val="000000"/>
              </a:buClr>
              <a:buSzPts val="2400"/>
              <a:buFont typeface="Helvetica Neue"/>
              <a:buChar char="•"/>
            </a:pPr>
            <a:r>
              <a:rPr lang="en-US" sz="2400" dirty="0"/>
              <a:t>Use of thresholds</a:t>
            </a:r>
            <a:endParaRPr sz="2400" i="1" dirty="0"/>
          </a:p>
        </p:txBody>
      </p:sp>
      <p:pic>
        <p:nvPicPr>
          <p:cNvPr id="336" name="Google Shape;336;p26" descr="istockphoto-468100945-612x612.jpg"/>
          <p:cNvPicPr preferRelativeResize="0"/>
          <p:nvPr/>
        </p:nvPicPr>
        <p:blipFill rotWithShape="1">
          <a:blip r:embed="rId3">
            <a:alphaModFix/>
          </a:blip>
          <a:srcRect/>
          <a:stretch/>
        </p:blipFill>
        <p:spPr>
          <a:xfrm>
            <a:off x="7357002" y="2720742"/>
            <a:ext cx="5255938" cy="5247349"/>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40"/>
        <p:cNvGrpSpPr/>
        <p:nvPr/>
      </p:nvGrpSpPr>
      <p:grpSpPr>
        <a:xfrm>
          <a:off x="0" y="0"/>
          <a:ext cx="0" cy="0"/>
          <a:chOff x="0" y="0"/>
          <a:chExt cx="0" cy="0"/>
        </a:xfrm>
      </p:grpSpPr>
      <p:sp>
        <p:nvSpPr>
          <p:cNvPr id="341" name="Google Shape;341;p27"/>
          <p:cNvSpPr txBox="1">
            <a:spLocks noGrp="1"/>
          </p:cNvSpPr>
          <p:nvPr>
            <p:ph type="title"/>
          </p:nvPr>
        </p:nvSpPr>
        <p:spPr>
          <a:xfrm>
            <a:off x="571500" y="145791"/>
            <a:ext cx="11861800" cy="1765818"/>
          </a:xfrm>
          <a:prstGeom prst="rect">
            <a:avLst/>
          </a:prstGeom>
          <a:noFill/>
          <a:ln>
            <a:noFill/>
          </a:ln>
        </p:spPr>
        <p:txBody>
          <a:bodyPr spcFirstLastPara="1" wrap="square" lIns="50800" tIns="50800" rIns="50800" bIns="50800" anchor="b" anchorCtr="0">
            <a:noAutofit/>
          </a:bodyPr>
          <a:lstStyle/>
          <a:p>
            <a:pPr marL="0" lvl="0" indent="0" algn="l" rtl="0">
              <a:lnSpc>
                <a:spcPct val="100000"/>
              </a:lnSpc>
              <a:spcBef>
                <a:spcPts val="0"/>
              </a:spcBef>
              <a:spcAft>
                <a:spcPts val="0"/>
              </a:spcAft>
              <a:buClr>
                <a:srgbClr val="000000"/>
              </a:buClr>
              <a:buSzPts val="2900"/>
              <a:buFont typeface="Helvetica Neue"/>
              <a:buNone/>
            </a:pPr>
            <a:r>
              <a:rPr lang="en-US" dirty="0"/>
              <a:t>Some things to take into consideration regardless of the algorithm: Study extent</a:t>
            </a:r>
            <a:endParaRPr i="1" dirty="0"/>
          </a:p>
        </p:txBody>
      </p:sp>
      <p:pic>
        <p:nvPicPr>
          <p:cNvPr id="342" name="Google Shape;342;p27" descr="modelo_M.jpg"/>
          <p:cNvPicPr preferRelativeResize="0"/>
          <p:nvPr/>
        </p:nvPicPr>
        <p:blipFill rotWithShape="1">
          <a:blip r:embed="rId3">
            <a:alphaModFix/>
          </a:blip>
          <a:srcRect/>
          <a:stretch/>
        </p:blipFill>
        <p:spPr>
          <a:xfrm>
            <a:off x="2514600" y="2025518"/>
            <a:ext cx="9325960" cy="7366000"/>
          </a:xfrm>
          <a:prstGeom prst="rect">
            <a:avLst/>
          </a:prstGeom>
          <a:noFill/>
          <a:ln>
            <a:noFill/>
          </a:ln>
        </p:spPr>
      </p:pic>
      <p:sp>
        <p:nvSpPr>
          <p:cNvPr id="343" name="Google Shape;343;p27"/>
          <p:cNvSpPr txBox="1"/>
          <p:nvPr/>
        </p:nvSpPr>
        <p:spPr>
          <a:xfrm>
            <a:off x="571500" y="7123643"/>
            <a:ext cx="2664404" cy="1208877"/>
          </a:xfrm>
          <a:prstGeom prst="rect">
            <a:avLst/>
          </a:prstGeom>
          <a:noFill/>
          <a:ln>
            <a:noFill/>
          </a:ln>
        </p:spPr>
        <p:txBody>
          <a:bodyPr spcFirstLastPara="1" wrap="square" lIns="27075" tIns="27075" rIns="27075" bIns="27075" anchor="ctr" anchorCtr="0">
            <a:spAutoFit/>
          </a:bodyPr>
          <a:lstStyle/>
          <a:p>
            <a:pPr marL="0" marR="0" lvl="0" indent="0" algn="l" rtl="0">
              <a:lnSpc>
                <a:spcPct val="100000"/>
              </a:lnSpc>
              <a:spcBef>
                <a:spcPts val="0"/>
              </a:spcBef>
              <a:spcAft>
                <a:spcPts val="0"/>
              </a:spcAft>
              <a:buClr>
                <a:srgbClr val="000000"/>
              </a:buClr>
              <a:buSzPts val="2500"/>
              <a:buFont typeface="Helvetica Neue Light"/>
              <a:buNone/>
            </a:pPr>
            <a:r>
              <a:rPr lang="en-US" sz="2500" b="0" i="0" u="none" strike="noStrike" cap="none">
                <a:solidFill>
                  <a:srgbClr val="000000"/>
                </a:solidFill>
                <a:latin typeface="Helvetica Neue Light"/>
                <a:ea typeface="Helvetica Neue Light"/>
                <a:cs typeface="Helvetica Neue Light"/>
                <a:sym typeface="Helvetica Neue Light"/>
              </a:rPr>
              <a:t>Study extent</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2500"/>
              <a:buFont typeface="Helvetica Neue Light"/>
              <a:buNone/>
            </a:pPr>
            <a:endParaRPr sz="2500" b="0" i="0" u="none" strike="noStrike" cap="none">
              <a:solidFill>
                <a:srgbClr val="000000"/>
              </a:solidFill>
              <a:latin typeface="Helvetica Neue Light"/>
              <a:ea typeface="Helvetica Neue Light"/>
              <a:cs typeface="Helvetica Neue Light"/>
              <a:sym typeface="Helvetica Neue Light"/>
            </a:endParaRPr>
          </a:p>
          <a:p>
            <a:pPr marL="0" marR="0" lvl="0" indent="0" algn="l" rtl="0">
              <a:lnSpc>
                <a:spcPct val="100000"/>
              </a:lnSpc>
              <a:spcBef>
                <a:spcPts val="0"/>
              </a:spcBef>
              <a:spcAft>
                <a:spcPts val="0"/>
              </a:spcAft>
              <a:buClr>
                <a:srgbClr val="000000"/>
              </a:buClr>
              <a:buSzPts val="2500"/>
              <a:buFont typeface="Helvetica Neue Light"/>
              <a:buNone/>
            </a:pPr>
            <a:endParaRPr sz="2500" b="0" i="1" u="none" strike="noStrike" cap="none">
              <a:solidFill>
                <a:srgbClr val="000000"/>
              </a:solidFill>
              <a:latin typeface="Helvetica Neue Light"/>
              <a:ea typeface="Helvetica Neue Light"/>
              <a:cs typeface="Helvetica Neue Light"/>
              <a:sym typeface="Helvetica Neue Light"/>
            </a:endParaRPr>
          </a:p>
        </p:txBody>
      </p:sp>
      <p:sp>
        <p:nvSpPr>
          <p:cNvPr id="344" name="Google Shape;344;p27"/>
          <p:cNvSpPr txBox="1"/>
          <p:nvPr/>
        </p:nvSpPr>
        <p:spPr>
          <a:xfrm>
            <a:off x="8385300" y="9105700"/>
            <a:ext cx="4299000" cy="6156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Arial"/>
              <a:buNone/>
            </a:pPr>
            <a:r>
              <a:rPr lang="en-US" sz="1400" b="0" i="0" u="none" strike="noStrike" cap="none" dirty="0">
                <a:solidFill>
                  <a:srgbClr val="000000"/>
                </a:solidFill>
                <a:latin typeface="Helvetica Neue"/>
                <a:ea typeface="Helvetica Neue"/>
                <a:cs typeface="Helvetica Neue"/>
                <a:sym typeface="Helvetica Neue"/>
              </a:rPr>
              <a:t>Example modified from course materials by Peterson, </a:t>
            </a:r>
            <a:r>
              <a:rPr lang="en-US" sz="1400" b="0" i="0" u="none" strike="noStrike" cap="none" dirty="0" err="1">
                <a:solidFill>
                  <a:srgbClr val="000000"/>
                </a:solidFill>
                <a:latin typeface="Helvetica Neue"/>
                <a:ea typeface="Helvetica Neue"/>
                <a:cs typeface="Helvetica Neue"/>
                <a:sym typeface="Helvetica Neue"/>
              </a:rPr>
              <a:t>Soberon</a:t>
            </a:r>
            <a:r>
              <a:rPr lang="en-US" sz="1400" b="0" i="0" u="none" strike="noStrike" cap="none" dirty="0">
                <a:solidFill>
                  <a:srgbClr val="000000"/>
                </a:solidFill>
                <a:latin typeface="Helvetica Neue"/>
                <a:ea typeface="Helvetica Neue"/>
                <a:cs typeface="Helvetica Neue"/>
                <a:sym typeface="Helvetica Neue"/>
              </a:rPr>
              <a:t> &amp; Martinez-Meyer, 2013</a:t>
            </a:r>
            <a:endParaRPr sz="1400" b="0" i="0" u="none" strike="noStrike" cap="none" dirty="0">
              <a:solidFill>
                <a:srgbClr val="000000"/>
              </a:solidFill>
              <a:latin typeface="Helvetica Neue"/>
              <a:ea typeface="Helvetica Neue"/>
              <a:cs typeface="Helvetica Neue"/>
              <a:sym typeface="Helvetica Neue"/>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48"/>
        <p:cNvGrpSpPr/>
        <p:nvPr/>
      </p:nvGrpSpPr>
      <p:grpSpPr>
        <a:xfrm>
          <a:off x="0" y="0"/>
          <a:ext cx="0" cy="0"/>
          <a:chOff x="0" y="0"/>
          <a:chExt cx="0" cy="0"/>
        </a:xfrm>
      </p:grpSpPr>
      <p:sp>
        <p:nvSpPr>
          <p:cNvPr id="349" name="Google Shape;349;p28"/>
          <p:cNvSpPr txBox="1">
            <a:spLocks noGrp="1"/>
          </p:cNvSpPr>
          <p:nvPr>
            <p:ph type="title"/>
          </p:nvPr>
        </p:nvSpPr>
        <p:spPr>
          <a:xfrm>
            <a:off x="571500" y="145791"/>
            <a:ext cx="11861800" cy="1765818"/>
          </a:xfrm>
          <a:prstGeom prst="rect">
            <a:avLst/>
          </a:prstGeom>
          <a:noFill/>
          <a:ln>
            <a:noFill/>
          </a:ln>
        </p:spPr>
        <p:txBody>
          <a:bodyPr spcFirstLastPara="1" wrap="square" lIns="50800" tIns="50800" rIns="50800" bIns="50800" anchor="b" anchorCtr="0">
            <a:noAutofit/>
          </a:bodyPr>
          <a:lstStyle/>
          <a:p>
            <a:pPr marL="0" lvl="0" indent="0" algn="l" rtl="0">
              <a:lnSpc>
                <a:spcPct val="100000"/>
              </a:lnSpc>
              <a:spcBef>
                <a:spcPts val="0"/>
              </a:spcBef>
              <a:spcAft>
                <a:spcPts val="0"/>
              </a:spcAft>
              <a:buClr>
                <a:srgbClr val="000000"/>
              </a:buClr>
              <a:buSzPts val="2900"/>
              <a:buFont typeface="Helvetica Neue"/>
              <a:buNone/>
            </a:pPr>
            <a:r>
              <a:rPr lang="en-US"/>
              <a:t>Some things to take into consideration regardless of the algorithm: Study extent</a:t>
            </a:r>
            <a:endParaRPr i="1"/>
          </a:p>
        </p:txBody>
      </p:sp>
      <p:pic>
        <p:nvPicPr>
          <p:cNvPr id="350" name="Google Shape;350;p28" descr="modelo_XL.jpg"/>
          <p:cNvPicPr preferRelativeResize="0"/>
          <p:nvPr/>
        </p:nvPicPr>
        <p:blipFill rotWithShape="1">
          <a:blip r:embed="rId3">
            <a:alphaModFix/>
          </a:blip>
          <a:srcRect/>
          <a:stretch/>
        </p:blipFill>
        <p:spPr>
          <a:xfrm>
            <a:off x="2325192" y="2025518"/>
            <a:ext cx="9561862" cy="7552326"/>
          </a:xfrm>
          <a:prstGeom prst="rect">
            <a:avLst/>
          </a:prstGeom>
          <a:noFill/>
          <a:ln>
            <a:noFill/>
          </a:ln>
        </p:spPr>
      </p:pic>
      <p:sp>
        <p:nvSpPr>
          <p:cNvPr id="351" name="Google Shape;351;p28"/>
          <p:cNvSpPr txBox="1"/>
          <p:nvPr/>
        </p:nvSpPr>
        <p:spPr>
          <a:xfrm>
            <a:off x="571500" y="7123643"/>
            <a:ext cx="2664404" cy="1208877"/>
          </a:xfrm>
          <a:prstGeom prst="rect">
            <a:avLst/>
          </a:prstGeom>
          <a:noFill/>
          <a:ln>
            <a:noFill/>
          </a:ln>
        </p:spPr>
        <p:txBody>
          <a:bodyPr spcFirstLastPara="1" wrap="square" lIns="27075" tIns="27075" rIns="27075" bIns="27075" anchor="ctr" anchorCtr="0">
            <a:spAutoFit/>
          </a:bodyPr>
          <a:lstStyle/>
          <a:p>
            <a:pPr marL="0" marR="0" lvl="0" indent="0" algn="l" rtl="0">
              <a:lnSpc>
                <a:spcPct val="100000"/>
              </a:lnSpc>
              <a:spcBef>
                <a:spcPts val="0"/>
              </a:spcBef>
              <a:spcAft>
                <a:spcPts val="0"/>
              </a:spcAft>
              <a:buClr>
                <a:srgbClr val="000000"/>
              </a:buClr>
              <a:buSzPts val="2500"/>
              <a:buFont typeface="Helvetica Neue Light"/>
              <a:buNone/>
            </a:pPr>
            <a:r>
              <a:rPr lang="en-US" sz="2500" b="0" i="0" u="none" strike="noStrike" cap="none">
                <a:solidFill>
                  <a:srgbClr val="000000"/>
                </a:solidFill>
                <a:latin typeface="Helvetica Neue Light"/>
                <a:ea typeface="Helvetica Neue Light"/>
                <a:cs typeface="Helvetica Neue Light"/>
                <a:sym typeface="Helvetica Neue Light"/>
              </a:rPr>
              <a:t>Study extent</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2500"/>
              <a:buFont typeface="Helvetica Neue Light"/>
              <a:buNone/>
            </a:pPr>
            <a:endParaRPr sz="2500" b="0" i="0" u="none" strike="noStrike" cap="none">
              <a:solidFill>
                <a:srgbClr val="000000"/>
              </a:solidFill>
              <a:latin typeface="Helvetica Neue Light"/>
              <a:ea typeface="Helvetica Neue Light"/>
              <a:cs typeface="Helvetica Neue Light"/>
              <a:sym typeface="Helvetica Neue Light"/>
            </a:endParaRPr>
          </a:p>
          <a:p>
            <a:pPr marL="0" marR="0" lvl="0" indent="0" algn="l" rtl="0">
              <a:lnSpc>
                <a:spcPct val="100000"/>
              </a:lnSpc>
              <a:spcBef>
                <a:spcPts val="0"/>
              </a:spcBef>
              <a:spcAft>
                <a:spcPts val="0"/>
              </a:spcAft>
              <a:buClr>
                <a:srgbClr val="000000"/>
              </a:buClr>
              <a:buSzPts val="2500"/>
              <a:buFont typeface="Helvetica Neue Light"/>
              <a:buNone/>
            </a:pPr>
            <a:endParaRPr sz="2500" b="0" i="1" u="none" strike="noStrike" cap="none">
              <a:solidFill>
                <a:srgbClr val="000000"/>
              </a:solidFill>
              <a:latin typeface="Helvetica Neue Light"/>
              <a:ea typeface="Helvetica Neue Light"/>
              <a:cs typeface="Helvetica Neue Light"/>
              <a:sym typeface="Helvetica Neue Light"/>
            </a:endParaRPr>
          </a:p>
        </p:txBody>
      </p:sp>
      <p:sp>
        <p:nvSpPr>
          <p:cNvPr id="352" name="Google Shape;352;p28"/>
          <p:cNvSpPr txBox="1"/>
          <p:nvPr/>
        </p:nvSpPr>
        <p:spPr>
          <a:xfrm>
            <a:off x="8385300" y="9105700"/>
            <a:ext cx="4299000" cy="6156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Arial"/>
              <a:buNone/>
            </a:pPr>
            <a:r>
              <a:rPr lang="en-US" sz="1400" b="0" i="0" u="none" strike="noStrike" cap="none">
                <a:solidFill>
                  <a:srgbClr val="000000"/>
                </a:solidFill>
                <a:latin typeface="Helvetica Neue"/>
                <a:ea typeface="Helvetica Neue"/>
                <a:cs typeface="Helvetica Neue"/>
                <a:sym typeface="Helvetica Neue"/>
              </a:rPr>
              <a:t>Example modified from course materials by Peterson, Soberon &amp; Martinez-Meyer, 2013</a:t>
            </a:r>
            <a:endParaRPr sz="1400" b="0" i="0" u="none" strike="noStrike" cap="none">
              <a:solidFill>
                <a:srgbClr val="000000"/>
              </a:solidFill>
              <a:latin typeface="Helvetica Neue"/>
              <a:ea typeface="Helvetica Neue"/>
              <a:cs typeface="Helvetica Neue"/>
              <a:sym typeface="Helvetica Neue"/>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56"/>
        <p:cNvGrpSpPr/>
        <p:nvPr/>
      </p:nvGrpSpPr>
      <p:grpSpPr>
        <a:xfrm>
          <a:off x="0" y="0"/>
          <a:ext cx="0" cy="0"/>
          <a:chOff x="0" y="0"/>
          <a:chExt cx="0" cy="0"/>
        </a:xfrm>
      </p:grpSpPr>
      <p:sp>
        <p:nvSpPr>
          <p:cNvPr id="357" name="Google Shape;357;p29"/>
          <p:cNvSpPr txBox="1">
            <a:spLocks noGrp="1"/>
          </p:cNvSpPr>
          <p:nvPr>
            <p:ph type="title"/>
          </p:nvPr>
        </p:nvSpPr>
        <p:spPr>
          <a:xfrm>
            <a:off x="571500" y="145791"/>
            <a:ext cx="11861700" cy="1765800"/>
          </a:xfrm>
          <a:prstGeom prst="rect">
            <a:avLst/>
          </a:prstGeom>
          <a:noFill/>
          <a:ln>
            <a:noFill/>
          </a:ln>
        </p:spPr>
        <p:txBody>
          <a:bodyPr spcFirstLastPara="1" wrap="square" lIns="50800" tIns="50800" rIns="50800" bIns="50800" anchor="b" anchorCtr="0">
            <a:noAutofit/>
          </a:bodyPr>
          <a:lstStyle/>
          <a:p>
            <a:pPr marL="0" lvl="0" indent="0" algn="l" rtl="0">
              <a:lnSpc>
                <a:spcPct val="100000"/>
              </a:lnSpc>
              <a:spcBef>
                <a:spcPts val="0"/>
              </a:spcBef>
              <a:spcAft>
                <a:spcPts val="0"/>
              </a:spcAft>
              <a:buClr>
                <a:srgbClr val="000000"/>
              </a:buClr>
              <a:buSzPts val="2900"/>
              <a:buFont typeface="Helvetica Neue"/>
              <a:buNone/>
            </a:pPr>
            <a:r>
              <a:rPr lang="en-US"/>
              <a:t>Some things to take into consideration regardless of the algorithm: Study extent</a:t>
            </a:r>
            <a:endParaRPr i="1"/>
          </a:p>
        </p:txBody>
      </p:sp>
      <p:pic>
        <p:nvPicPr>
          <p:cNvPr id="358" name="Google Shape;358;p29"/>
          <p:cNvPicPr preferRelativeResize="0"/>
          <p:nvPr/>
        </p:nvPicPr>
        <p:blipFill rotWithShape="1">
          <a:blip r:embed="rId3">
            <a:alphaModFix/>
          </a:blip>
          <a:srcRect/>
          <a:stretch/>
        </p:blipFill>
        <p:spPr>
          <a:xfrm>
            <a:off x="152400" y="2063991"/>
            <a:ext cx="9551461" cy="7537207"/>
          </a:xfrm>
          <a:prstGeom prst="rect">
            <a:avLst/>
          </a:prstGeom>
          <a:noFill/>
          <a:ln>
            <a:noFill/>
          </a:ln>
        </p:spPr>
      </p:pic>
      <p:sp>
        <p:nvSpPr>
          <p:cNvPr id="359" name="Google Shape;359;p29"/>
          <p:cNvSpPr txBox="1"/>
          <p:nvPr/>
        </p:nvSpPr>
        <p:spPr>
          <a:xfrm>
            <a:off x="6287625" y="4603950"/>
            <a:ext cx="6290100" cy="1556100"/>
          </a:xfrm>
          <a:prstGeom prst="rect">
            <a:avLst/>
          </a:prstGeom>
          <a:noFill/>
          <a:ln>
            <a:noFill/>
          </a:ln>
        </p:spPr>
        <p:txBody>
          <a:bodyPr spcFirstLastPara="1" wrap="square" lIns="91425" tIns="91425" rIns="91425" bIns="91425" anchor="t" anchorCtr="0">
            <a:spAutoFit/>
          </a:bodyPr>
          <a:lstStyle/>
          <a:p>
            <a:pPr marL="0" marR="0" lvl="0" indent="0" algn="ctr" rtl="0">
              <a:lnSpc>
                <a:spcPct val="115000"/>
              </a:lnSpc>
              <a:spcBef>
                <a:spcPts val="0"/>
              </a:spcBef>
              <a:spcAft>
                <a:spcPts val="0"/>
              </a:spcAft>
              <a:buClr>
                <a:srgbClr val="000000"/>
              </a:buClr>
              <a:buSzPts val="2700"/>
              <a:buFont typeface="Arial"/>
              <a:buNone/>
            </a:pPr>
            <a:r>
              <a:rPr lang="en-US" sz="2700" b="0" i="0" u="none" strike="noStrike" cap="none">
                <a:solidFill>
                  <a:schemeClr val="dk1"/>
                </a:solidFill>
                <a:latin typeface="Arial"/>
                <a:ea typeface="Arial"/>
                <a:cs typeface="Arial"/>
                <a:sym typeface="Arial"/>
              </a:rPr>
              <a:t>Grey: NO difference</a:t>
            </a:r>
            <a:endParaRPr sz="2700" b="0" i="0" u="none" strike="noStrike" cap="none">
              <a:solidFill>
                <a:schemeClr val="dk1"/>
              </a:solidFill>
              <a:latin typeface="Arial"/>
              <a:ea typeface="Arial"/>
              <a:cs typeface="Arial"/>
              <a:sym typeface="Arial"/>
            </a:endParaRPr>
          </a:p>
          <a:p>
            <a:pPr marL="0" marR="0" lvl="0" indent="0" algn="ctr" rtl="0">
              <a:lnSpc>
                <a:spcPct val="115000"/>
              </a:lnSpc>
              <a:spcBef>
                <a:spcPts val="0"/>
              </a:spcBef>
              <a:spcAft>
                <a:spcPts val="0"/>
              </a:spcAft>
              <a:buClr>
                <a:srgbClr val="000000"/>
              </a:buClr>
              <a:buSzPts val="2700"/>
              <a:buFont typeface="Arial"/>
              <a:buNone/>
            </a:pPr>
            <a:r>
              <a:rPr lang="en-US" sz="2700" b="0" i="0" u="none" strike="noStrike" cap="none">
                <a:solidFill>
                  <a:schemeClr val="dk1"/>
                </a:solidFill>
                <a:latin typeface="Arial"/>
                <a:ea typeface="Arial"/>
                <a:cs typeface="Arial"/>
                <a:sym typeface="Arial"/>
              </a:rPr>
              <a:t>White: Not predicted in the small extent</a:t>
            </a:r>
            <a:endParaRPr sz="2700" b="0" i="0" u="none" strike="noStrike" cap="none">
              <a:solidFill>
                <a:schemeClr val="dk1"/>
              </a:solidFill>
              <a:latin typeface="Arial"/>
              <a:ea typeface="Arial"/>
              <a:cs typeface="Arial"/>
              <a:sym typeface="Arial"/>
            </a:endParaRPr>
          </a:p>
          <a:p>
            <a:pPr marL="0" marR="0" lvl="0" indent="0" algn="ctr" rtl="0">
              <a:lnSpc>
                <a:spcPct val="115000"/>
              </a:lnSpc>
              <a:spcBef>
                <a:spcPts val="0"/>
              </a:spcBef>
              <a:spcAft>
                <a:spcPts val="0"/>
              </a:spcAft>
              <a:buClr>
                <a:srgbClr val="000000"/>
              </a:buClr>
              <a:buSzPts val="2700"/>
              <a:buFont typeface="Arial"/>
              <a:buNone/>
            </a:pPr>
            <a:r>
              <a:rPr lang="en-US" sz="2700" b="0" i="0" u="none" strike="noStrike" cap="none">
                <a:solidFill>
                  <a:schemeClr val="dk1"/>
                </a:solidFill>
                <a:latin typeface="Arial"/>
                <a:ea typeface="Arial"/>
                <a:cs typeface="Arial"/>
                <a:sym typeface="Arial"/>
              </a:rPr>
              <a:t>Black: Not predicted in the bigger extent</a:t>
            </a:r>
            <a:endParaRPr sz="2700" b="0" i="0" u="none" strike="noStrike" cap="none">
              <a:solidFill>
                <a:schemeClr val="dk1"/>
              </a:solidFill>
              <a:latin typeface="Arial"/>
              <a:ea typeface="Arial"/>
              <a:cs typeface="Arial"/>
              <a:sym typeface="Arial"/>
            </a:endParaRPr>
          </a:p>
        </p:txBody>
      </p:sp>
      <p:sp>
        <p:nvSpPr>
          <p:cNvPr id="360" name="Google Shape;360;p29"/>
          <p:cNvSpPr txBox="1"/>
          <p:nvPr/>
        </p:nvSpPr>
        <p:spPr>
          <a:xfrm>
            <a:off x="8385300" y="9105700"/>
            <a:ext cx="4299000" cy="6156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Arial"/>
              <a:buNone/>
            </a:pPr>
            <a:r>
              <a:rPr lang="en-US" sz="1400" b="0" i="0" u="none" strike="noStrike" cap="none">
                <a:solidFill>
                  <a:srgbClr val="000000"/>
                </a:solidFill>
                <a:latin typeface="Helvetica Neue"/>
                <a:ea typeface="Helvetica Neue"/>
                <a:cs typeface="Helvetica Neue"/>
                <a:sym typeface="Helvetica Neue"/>
              </a:rPr>
              <a:t>Example modified from course materials by Peterson, Soberon &amp; Martinez-Meyer, 2013</a:t>
            </a:r>
            <a:endParaRPr sz="1400" b="0" i="0" u="none" strike="noStrike" cap="none">
              <a:solidFill>
                <a:srgbClr val="000000"/>
              </a:solidFill>
              <a:latin typeface="Helvetica Neue"/>
              <a:ea typeface="Helvetica Neue"/>
              <a:cs typeface="Helvetica Neue"/>
              <a:sym typeface="Helvetica Neue"/>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364"/>
        <p:cNvGrpSpPr/>
        <p:nvPr/>
      </p:nvGrpSpPr>
      <p:grpSpPr>
        <a:xfrm>
          <a:off x="0" y="0"/>
          <a:ext cx="0" cy="0"/>
          <a:chOff x="0" y="0"/>
          <a:chExt cx="0" cy="0"/>
        </a:xfrm>
      </p:grpSpPr>
      <p:sp>
        <p:nvSpPr>
          <p:cNvPr id="365" name="Google Shape;365;p30"/>
          <p:cNvSpPr txBox="1">
            <a:spLocks noGrp="1"/>
          </p:cNvSpPr>
          <p:nvPr>
            <p:ph type="title"/>
          </p:nvPr>
        </p:nvSpPr>
        <p:spPr>
          <a:xfrm>
            <a:off x="571500" y="145791"/>
            <a:ext cx="11861800" cy="1765818"/>
          </a:xfrm>
          <a:prstGeom prst="rect">
            <a:avLst/>
          </a:prstGeom>
          <a:noFill/>
          <a:ln>
            <a:noFill/>
          </a:ln>
        </p:spPr>
        <p:txBody>
          <a:bodyPr spcFirstLastPara="1" wrap="square" lIns="50800" tIns="50800" rIns="50800" bIns="50800" anchor="b" anchorCtr="0">
            <a:noAutofit/>
          </a:bodyPr>
          <a:lstStyle/>
          <a:p>
            <a:pPr marL="0" lvl="0" indent="0" algn="l" rtl="0">
              <a:lnSpc>
                <a:spcPct val="100000"/>
              </a:lnSpc>
              <a:spcBef>
                <a:spcPts val="0"/>
              </a:spcBef>
              <a:spcAft>
                <a:spcPts val="0"/>
              </a:spcAft>
              <a:buClr>
                <a:srgbClr val="000000"/>
              </a:buClr>
              <a:buSzPts val="2900"/>
              <a:buFont typeface="Helvetica Neue"/>
              <a:buNone/>
            </a:pPr>
            <a:r>
              <a:rPr lang="en-US" dirty="0"/>
              <a:t>Some things to take into consideration regardless of the algorithm: Point distribution</a:t>
            </a:r>
            <a:endParaRPr i="1" dirty="0"/>
          </a:p>
        </p:txBody>
      </p:sp>
      <p:pic>
        <p:nvPicPr>
          <p:cNvPr id="366" name="Google Shape;366;p30"/>
          <p:cNvPicPr preferRelativeResize="0"/>
          <p:nvPr/>
        </p:nvPicPr>
        <p:blipFill rotWithShape="1">
          <a:blip r:embed="rId3">
            <a:alphaModFix/>
          </a:blip>
          <a:srcRect/>
          <a:stretch/>
        </p:blipFill>
        <p:spPr>
          <a:xfrm>
            <a:off x="1511084" y="2389043"/>
            <a:ext cx="9982631" cy="7002469"/>
          </a:xfrm>
          <a:prstGeom prst="rect">
            <a:avLst/>
          </a:prstGeom>
          <a:noFill/>
          <a:ln>
            <a:noFill/>
          </a:ln>
        </p:spPr>
      </p:pic>
      <p:sp>
        <p:nvSpPr>
          <p:cNvPr id="367" name="Google Shape;367;p30"/>
          <p:cNvSpPr txBox="1"/>
          <p:nvPr/>
        </p:nvSpPr>
        <p:spPr>
          <a:xfrm>
            <a:off x="10220022" y="9391512"/>
            <a:ext cx="2547385" cy="300936"/>
          </a:xfrm>
          <a:prstGeom prst="rect">
            <a:avLst/>
          </a:prstGeom>
          <a:noFill/>
          <a:ln>
            <a:noFill/>
          </a:ln>
        </p:spPr>
        <p:txBody>
          <a:bodyPr spcFirstLastPara="1" wrap="square" lIns="27075" tIns="27075" rIns="27075" bIns="27075" anchor="ctr" anchorCtr="0">
            <a:spAutoFit/>
          </a:bodyPr>
          <a:lstStyle/>
          <a:p>
            <a:pPr marL="0" marR="0" lvl="0" indent="0" algn="ctr" rtl="0">
              <a:lnSpc>
                <a:spcPct val="100000"/>
              </a:lnSpc>
              <a:spcBef>
                <a:spcPts val="0"/>
              </a:spcBef>
              <a:spcAft>
                <a:spcPts val="0"/>
              </a:spcAft>
              <a:buClr>
                <a:schemeClr val="dk1"/>
              </a:buClr>
              <a:buSzPts val="1600"/>
              <a:buFont typeface="Helvetica Neue"/>
              <a:buNone/>
            </a:pPr>
            <a:r>
              <a:rPr lang="en-US" sz="1600" b="0" i="0" u="none" strike="noStrike" cap="none" dirty="0">
                <a:solidFill>
                  <a:schemeClr val="dk1"/>
                </a:solidFill>
                <a:latin typeface="Helvetica Neue"/>
                <a:ea typeface="Helvetica Neue"/>
                <a:cs typeface="Helvetica Neue"/>
                <a:sym typeface="Helvetica Neue"/>
              </a:rPr>
              <a:t>Aiello-</a:t>
            </a:r>
            <a:r>
              <a:rPr lang="en-US" sz="1600" b="0" i="0" u="none" strike="noStrike" cap="none" dirty="0" err="1">
                <a:solidFill>
                  <a:schemeClr val="dk1"/>
                </a:solidFill>
                <a:latin typeface="Helvetica Neue"/>
                <a:ea typeface="Helvetica Neue"/>
                <a:cs typeface="Helvetica Neue"/>
                <a:sym typeface="Helvetica Neue"/>
              </a:rPr>
              <a:t>Lammens</a:t>
            </a:r>
            <a:r>
              <a:rPr lang="en-US" sz="1600" b="0" i="0" u="none" strike="noStrike" cap="none" dirty="0">
                <a:solidFill>
                  <a:schemeClr val="dk1"/>
                </a:solidFill>
                <a:latin typeface="Helvetica Neue"/>
                <a:ea typeface="Helvetica Neue"/>
                <a:cs typeface="Helvetica Neue"/>
                <a:sym typeface="Helvetica Neue"/>
              </a:rPr>
              <a:t> et al. 2015</a:t>
            </a:r>
            <a:endParaRPr sz="1400" b="0" i="0" u="none" strike="noStrike" cap="none" dirty="0">
              <a:solidFill>
                <a:srgbClr val="000000"/>
              </a:solidFill>
              <a:latin typeface="Arial"/>
              <a:ea typeface="Arial"/>
              <a:cs typeface="Arial"/>
              <a:sym typeface="Arial"/>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71"/>
        <p:cNvGrpSpPr/>
        <p:nvPr/>
      </p:nvGrpSpPr>
      <p:grpSpPr>
        <a:xfrm>
          <a:off x="0" y="0"/>
          <a:ext cx="0" cy="0"/>
          <a:chOff x="0" y="0"/>
          <a:chExt cx="0" cy="0"/>
        </a:xfrm>
      </p:grpSpPr>
      <p:sp>
        <p:nvSpPr>
          <p:cNvPr id="372" name="Google Shape;372;p31"/>
          <p:cNvSpPr txBox="1">
            <a:spLocks noGrp="1"/>
          </p:cNvSpPr>
          <p:nvPr>
            <p:ph type="title"/>
          </p:nvPr>
        </p:nvSpPr>
        <p:spPr>
          <a:xfrm>
            <a:off x="571500" y="145791"/>
            <a:ext cx="11861700" cy="1765800"/>
          </a:xfrm>
          <a:prstGeom prst="rect">
            <a:avLst/>
          </a:prstGeom>
          <a:noFill/>
          <a:ln>
            <a:noFill/>
          </a:ln>
        </p:spPr>
        <p:txBody>
          <a:bodyPr spcFirstLastPara="1" wrap="square" lIns="50800" tIns="50800" rIns="50800" bIns="50800" anchor="b" anchorCtr="0">
            <a:noAutofit/>
          </a:bodyPr>
          <a:lstStyle/>
          <a:p>
            <a:pPr marL="0" lvl="0" indent="0" algn="l" rtl="0">
              <a:lnSpc>
                <a:spcPct val="100000"/>
              </a:lnSpc>
              <a:spcBef>
                <a:spcPts val="0"/>
              </a:spcBef>
              <a:spcAft>
                <a:spcPts val="0"/>
              </a:spcAft>
              <a:buClr>
                <a:srgbClr val="000000"/>
              </a:buClr>
              <a:buSzPts val="2900"/>
              <a:buFont typeface="Helvetica Neue"/>
              <a:buNone/>
            </a:pPr>
            <a:r>
              <a:rPr lang="en-US" dirty="0"/>
              <a:t>Some things to take into consideration regardless of the algorithm: Point distribution</a:t>
            </a:r>
            <a:endParaRPr i="1" dirty="0"/>
          </a:p>
        </p:txBody>
      </p:sp>
      <p:pic>
        <p:nvPicPr>
          <p:cNvPr id="373" name="Google Shape;373;p31"/>
          <p:cNvPicPr preferRelativeResize="0"/>
          <p:nvPr/>
        </p:nvPicPr>
        <p:blipFill rotWithShape="1">
          <a:blip r:embed="rId3">
            <a:alphaModFix/>
          </a:blip>
          <a:srcRect/>
          <a:stretch/>
        </p:blipFill>
        <p:spPr>
          <a:xfrm>
            <a:off x="1441704" y="4203846"/>
            <a:ext cx="10426700" cy="4114800"/>
          </a:xfrm>
          <a:prstGeom prst="rect">
            <a:avLst/>
          </a:prstGeom>
          <a:noFill/>
          <a:ln>
            <a:noFill/>
          </a:ln>
        </p:spPr>
      </p:pic>
      <p:sp>
        <p:nvSpPr>
          <p:cNvPr id="374" name="Google Shape;374;p31"/>
          <p:cNvSpPr txBox="1"/>
          <p:nvPr/>
        </p:nvSpPr>
        <p:spPr>
          <a:xfrm>
            <a:off x="1342278" y="3317878"/>
            <a:ext cx="4975800" cy="485700"/>
          </a:xfrm>
          <a:prstGeom prst="rect">
            <a:avLst/>
          </a:prstGeom>
          <a:noFill/>
          <a:ln>
            <a:noFill/>
          </a:ln>
        </p:spPr>
        <p:txBody>
          <a:bodyPr spcFirstLastPara="1" wrap="square" lIns="27075" tIns="27075" rIns="27075" bIns="27075" anchor="ctr" anchorCtr="0">
            <a:spAutoFit/>
          </a:bodyPr>
          <a:lstStyle/>
          <a:p>
            <a:pPr marL="0" marR="0" lvl="0" indent="0" algn="ctr" rtl="0">
              <a:lnSpc>
                <a:spcPct val="100000"/>
              </a:lnSpc>
              <a:spcBef>
                <a:spcPts val="0"/>
              </a:spcBef>
              <a:spcAft>
                <a:spcPts val="0"/>
              </a:spcAft>
              <a:buClr>
                <a:srgbClr val="FFFFFF"/>
              </a:buClr>
              <a:buSzPts val="2800"/>
              <a:buFont typeface="Helvetica Neue"/>
              <a:buNone/>
            </a:pPr>
            <a:r>
              <a:rPr lang="en-US" sz="2800" b="0" i="0" u="none" strike="noStrike" cap="none">
                <a:solidFill>
                  <a:schemeClr val="dk1"/>
                </a:solidFill>
                <a:latin typeface="Helvetica Neue"/>
                <a:ea typeface="Helvetica Neue"/>
                <a:cs typeface="Helvetica Neue"/>
                <a:sym typeface="Helvetica Neue"/>
              </a:rPr>
              <a:t>Biased presence data</a:t>
            </a:r>
            <a:endParaRPr sz="2800" b="0" i="0" u="none" strike="noStrike" cap="none">
              <a:solidFill>
                <a:schemeClr val="dk1"/>
              </a:solidFill>
              <a:latin typeface="Helvetica Neue"/>
              <a:ea typeface="Helvetica Neue"/>
              <a:cs typeface="Helvetica Neue"/>
              <a:sym typeface="Helvetica Neue"/>
            </a:endParaRPr>
          </a:p>
        </p:txBody>
      </p:sp>
      <p:sp>
        <p:nvSpPr>
          <p:cNvPr id="375" name="Google Shape;375;p31"/>
          <p:cNvSpPr txBox="1"/>
          <p:nvPr/>
        </p:nvSpPr>
        <p:spPr>
          <a:xfrm>
            <a:off x="6318075" y="3268225"/>
            <a:ext cx="5700900" cy="5850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2600"/>
              <a:buFont typeface="Arial"/>
              <a:buNone/>
            </a:pPr>
            <a:r>
              <a:rPr lang="en-US" sz="2600" b="0" i="0" u="none" strike="noStrike" cap="none">
                <a:solidFill>
                  <a:schemeClr val="dk1"/>
                </a:solidFill>
                <a:latin typeface="Helvetica Neue"/>
                <a:ea typeface="Helvetica Neue"/>
                <a:cs typeface="Helvetica Neue"/>
                <a:sym typeface="Helvetica Neue"/>
              </a:rPr>
              <a:t>Biased presence + absence data</a:t>
            </a:r>
            <a:endParaRPr sz="2600" b="0" i="1" u="none" strike="noStrike" cap="none">
              <a:solidFill>
                <a:schemeClr val="dk1"/>
              </a:solidFill>
              <a:latin typeface="Helvetica Neue"/>
              <a:ea typeface="Helvetica Neue"/>
              <a:cs typeface="Helvetica Neue"/>
              <a:sym typeface="Helvetica Neue"/>
            </a:endParaRPr>
          </a:p>
        </p:txBody>
      </p:sp>
      <p:sp>
        <p:nvSpPr>
          <p:cNvPr id="376" name="Google Shape;376;p31"/>
          <p:cNvSpPr txBox="1"/>
          <p:nvPr/>
        </p:nvSpPr>
        <p:spPr>
          <a:xfrm>
            <a:off x="10364624" y="9238202"/>
            <a:ext cx="1779600" cy="300900"/>
          </a:xfrm>
          <a:prstGeom prst="rect">
            <a:avLst/>
          </a:prstGeom>
          <a:noFill/>
          <a:ln>
            <a:noFill/>
          </a:ln>
        </p:spPr>
        <p:txBody>
          <a:bodyPr spcFirstLastPara="1" wrap="square" lIns="27075" tIns="27075" rIns="27075" bIns="27075" anchor="ctr" anchorCtr="0">
            <a:spAutoFit/>
          </a:bodyPr>
          <a:lstStyle/>
          <a:p>
            <a:pPr marL="0" marR="0" lvl="0" indent="0" algn="ctr" rtl="0">
              <a:lnSpc>
                <a:spcPct val="100000"/>
              </a:lnSpc>
              <a:spcBef>
                <a:spcPts val="0"/>
              </a:spcBef>
              <a:spcAft>
                <a:spcPts val="0"/>
              </a:spcAft>
              <a:buClr>
                <a:srgbClr val="FFFFFF"/>
              </a:buClr>
              <a:buSzPts val="1600"/>
              <a:buFont typeface="Helvetica Neue"/>
              <a:buNone/>
            </a:pPr>
            <a:r>
              <a:rPr lang="en-US" sz="1600" b="0" i="0" u="none" strike="noStrike" cap="none" dirty="0">
                <a:solidFill>
                  <a:schemeClr val="dk1"/>
                </a:solidFill>
                <a:latin typeface="Helvetica Neue"/>
                <a:ea typeface="Helvetica Neue"/>
                <a:cs typeface="Helvetica Neue"/>
                <a:sym typeface="Helvetica Neue"/>
              </a:rPr>
              <a:t>Phillips et al., 2009</a:t>
            </a:r>
            <a:endParaRPr sz="1600" b="0" i="0" u="none" strike="noStrike" cap="none" dirty="0">
              <a:solidFill>
                <a:schemeClr val="dk1"/>
              </a:solidFill>
              <a:latin typeface="Helvetica Neue"/>
              <a:ea typeface="Helvetica Neue"/>
              <a:cs typeface="Helvetica Neue"/>
              <a:sym typeface="Helvetica Neue"/>
            </a:endParaRPr>
          </a:p>
        </p:txBody>
      </p:sp>
      <p:sp>
        <p:nvSpPr>
          <p:cNvPr id="377" name="Google Shape;377;p31"/>
          <p:cNvSpPr txBox="1"/>
          <p:nvPr/>
        </p:nvSpPr>
        <p:spPr>
          <a:xfrm>
            <a:off x="81625" y="8923500"/>
            <a:ext cx="5297700" cy="6156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2800"/>
              <a:buFont typeface="Arial"/>
              <a:buNone/>
            </a:pPr>
            <a:r>
              <a:rPr lang="en-US" sz="2800" b="0" i="0" u="none" strike="noStrike" cap="none">
                <a:solidFill>
                  <a:schemeClr val="dk1"/>
                </a:solidFill>
                <a:latin typeface="Helvetica Neue"/>
                <a:ea typeface="Helvetica Neue"/>
                <a:cs typeface="Helvetica Neue"/>
                <a:sym typeface="Helvetica Neue"/>
              </a:rPr>
              <a:t>Golden-crowned kinglet  </a:t>
            </a:r>
            <a:endParaRPr sz="1400" b="0" i="0" u="none" strike="noStrike" cap="none">
              <a:solidFill>
                <a:schemeClr val="dk1"/>
              </a:solidFill>
              <a:latin typeface="Arial"/>
              <a:ea typeface="Arial"/>
              <a:cs typeface="Arial"/>
              <a:sym typeface="Arial"/>
            </a:endParaRPr>
          </a:p>
        </p:txBody>
      </p:sp>
      <p:pic>
        <p:nvPicPr>
          <p:cNvPr id="378" name="Google Shape;378;p31"/>
          <p:cNvPicPr preferRelativeResize="0"/>
          <p:nvPr/>
        </p:nvPicPr>
        <p:blipFill>
          <a:blip r:embed="rId4">
            <a:alphaModFix/>
          </a:blip>
          <a:stretch>
            <a:fillRect/>
          </a:stretch>
        </p:blipFill>
        <p:spPr>
          <a:xfrm>
            <a:off x="571500" y="7264075"/>
            <a:ext cx="2080925" cy="1560701"/>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382"/>
        <p:cNvGrpSpPr/>
        <p:nvPr/>
      </p:nvGrpSpPr>
      <p:grpSpPr>
        <a:xfrm>
          <a:off x="0" y="0"/>
          <a:ext cx="0" cy="0"/>
          <a:chOff x="0" y="0"/>
          <a:chExt cx="0" cy="0"/>
        </a:xfrm>
      </p:grpSpPr>
      <p:sp>
        <p:nvSpPr>
          <p:cNvPr id="383" name="Google Shape;383;p32"/>
          <p:cNvSpPr txBox="1">
            <a:spLocks noGrp="1"/>
          </p:cNvSpPr>
          <p:nvPr>
            <p:ph type="title"/>
          </p:nvPr>
        </p:nvSpPr>
        <p:spPr>
          <a:xfrm>
            <a:off x="571500" y="145791"/>
            <a:ext cx="11861700" cy="1765800"/>
          </a:xfrm>
          <a:prstGeom prst="rect">
            <a:avLst/>
          </a:prstGeom>
          <a:noFill/>
          <a:ln>
            <a:noFill/>
          </a:ln>
        </p:spPr>
        <p:txBody>
          <a:bodyPr spcFirstLastPara="1" wrap="square" lIns="50800" tIns="50800" rIns="50800" bIns="50800" anchor="b" anchorCtr="0">
            <a:noAutofit/>
          </a:bodyPr>
          <a:lstStyle/>
          <a:p>
            <a:pPr marL="0" lvl="0" indent="0" algn="l" rtl="0">
              <a:lnSpc>
                <a:spcPct val="100000"/>
              </a:lnSpc>
              <a:spcBef>
                <a:spcPts val="0"/>
              </a:spcBef>
              <a:spcAft>
                <a:spcPts val="0"/>
              </a:spcAft>
              <a:buClr>
                <a:srgbClr val="000000"/>
              </a:buClr>
              <a:buSzPts val="2900"/>
              <a:buFont typeface="Helvetica Neue"/>
              <a:buNone/>
            </a:pPr>
            <a:r>
              <a:rPr lang="en-US" dirty="0"/>
              <a:t>Some things to take into consideration regardless of the algorithm: Point distribution</a:t>
            </a:r>
            <a:endParaRPr i="1" dirty="0"/>
          </a:p>
        </p:txBody>
      </p:sp>
      <p:sp>
        <p:nvSpPr>
          <p:cNvPr id="384" name="Google Shape;384;p32"/>
          <p:cNvSpPr txBox="1"/>
          <p:nvPr/>
        </p:nvSpPr>
        <p:spPr>
          <a:xfrm>
            <a:off x="-237547" y="5849403"/>
            <a:ext cx="4975800" cy="485700"/>
          </a:xfrm>
          <a:prstGeom prst="rect">
            <a:avLst/>
          </a:prstGeom>
          <a:noFill/>
          <a:ln>
            <a:noFill/>
          </a:ln>
        </p:spPr>
        <p:txBody>
          <a:bodyPr spcFirstLastPara="1" wrap="square" lIns="27075" tIns="27075" rIns="27075" bIns="27075" anchor="ctr" anchorCtr="0">
            <a:spAutoFit/>
          </a:bodyPr>
          <a:lstStyle/>
          <a:p>
            <a:pPr marL="0" marR="0" lvl="0" indent="0" algn="ctr" rtl="0">
              <a:lnSpc>
                <a:spcPct val="100000"/>
              </a:lnSpc>
              <a:spcBef>
                <a:spcPts val="0"/>
              </a:spcBef>
              <a:spcAft>
                <a:spcPts val="0"/>
              </a:spcAft>
              <a:buClr>
                <a:srgbClr val="FFFFFF"/>
              </a:buClr>
              <a:buSzPts val="2800"/>
              <a:buFont typeface="Helvetica Neue"/>
              <a:buNone/>
            </a:pPr>
            <a:r>
              <a:rPr lang="en-US" sz="2800" b="0" i="0" u="none" strike="noStrike" cap="none">
                <a:solidFill>
                  <a:schemeClr val="dk1"/>
                </a:solidFill>
                <a:latin typeface="Helvetica Neue"/>
                <a:ea typeface="Helvetica Neue"/>
                <a:cs typeface="Helvetica Neue"/>
                <a:sym typeface="Helvetica Neue"/>
              </a:rPr>
              <a:t>Biased presence data</a:t>
            </a:r>
            <a:endParaRPr sz="2800" b="0" i="0" u="none" strike="noStrike" cap="none">
              <a:solidFill>
                <a:schemeClr val="dk1"/>
              </a:solidFill>
              <a:latin typeface="Helvetica Neue"/>
              <a:ea typeface="Helvetica Neue"/>
              <a:cs typeface="Helvetica Neue"/>
              <a:sym typeface="Helvetica Neue"/>
            </a:endParaRPr>
          </a:p>
        </p:txBody>
      </p:sp>
      <p:sp>
        <p:nvSpPr>
          <p:cNvPr id="385" name="Google Shape;385;p32"/>
          <p:cNvSpPr txBox="1"/>
          <p:nvPr/>
        </p:nvSpPr>
        <p:spPr>
          <a:xfrm>
            <a:off x="4078875" y="5750100"/>
            <a:ext cx="5700900" cy="5850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2600"/>
              <a:buFont typeface="Arial"/>
              <a:buNone/>
            </a:pPr>
            <a:r>
              <a:rPr lang="en-US" sz="2600" b="0" i="0" u="none" strike="noStrike" cap="none">
                <a:solidFill>
                  <a:schemeClr val="dk1"/>
                </a:solidFill>
                <a:latin typeface="Helvetica Neue"/>
                <a:ea typeface="Helvetica Neue"/>
                <a:cs typeface="Helvetica Neue"/>
                <a:sym typeface="Helvetica Neue"/>
              </a:rPr>
              <a:t>Target group background</a:t>
            </a:r>
            <a:endParaRPr sz="2600" b="0" i="1" u="none" strike="noStrike" cap="none">
              <a:solidFill>
                <a:schemeClr val="dk1"/>
              </a:solidFill>
              <a:latin typeface="Helvetica Neue"/>
              <a:ea typeface="Helvetica Neue"/>
              <a:cs typeface="Helvetica Neue"/>
              <a:sym typeface="Helvetica Neue"/>
            </a:endParaRPr>
          </a:p>
        </p:txBody>
      </p:sp>
      <p:sp>
        <p:nvSpPr>
          <p:cNvPr id="386" name="Google Shape;386;p32"/>
          <p:cNvSpPr txBox="1"/>
          <p:nvPr/>
        </p:nvSpPr>
        <p:spPr>
          <a:xfrm>
            <a:off x="10364624" y="9238202"/>
            <a:ext cx="1779600" cy="300900"/>
          </a:xfrm>
          <a:prstGeom prst="rect">
            <a:avLst/>
          </a:prstGeom>
          <a:noFill/>
          <a:ln>
            <a:noFill/>
          </a:ln>
        </p:spPr>
        <p:txBody>
          <a:bodyPr spcFirstLastPara="1" wrap="square" lIns="27075" tIns="27075" rIns="27075" bIns="27075" anchor="ctr" anchorCtr="0">
            <a:spAutoFit/>
          </a:bodyPr>
          <a:lstStyle/>
          <a:p>
            <a:pPr marL="0" marR="0" lvl="0" indent="0" algn="ctr" rtl="0">
              <a:lnSpc>
                <a:spcPct val="100000"/>
              </a:lnSpc>
              <a:spcBef>
                <a:spcPts val="0"/>
              </a:spcBef>
              <a:spcAft>
                <a:spcPts val="0"/>
              </a:spcAft>
              <a:buClr>
                <a:srgbClr val="FFFFFF"/>
              </a:buClr>
              <a:buSzPts val="1600"/>
              <a:buFont typeface="Helvetica Neue"/>
              <a:buNone/>
            </a:pPr>
            <a:r>
              <a:rPr lang="en-US" sz="1600" b="0" i="0" u="none" strike="noStrike" cap="none">
                <a:solidFill>
                  <a:schemeClr val="dk1"/>
                </a:solidFill>
                <a:latin typeface="Helvetica Neue"/>
                <a:ea typeface="Helvetica Neue"/>
                <a:cs typeface="Helvetica Neue"/>
                <a:sym typeface="Helvetica Neue"/>
              </a:rPr>
              <a:t>Phillips et al., 2009</a:t>
            </a:r>
            <a:endParaRPr sz="1600" b="0" i="0" u="none" strike="noStrike" cap="none">
              <a:solidFill>
                <a:schemeClr val="dk1"/>
              </a:solidFill>
              <a:latin typeface="Helvetica Neue"/>
              <a:ea typeface="Helvetica Neue"/>
              <a:cs typeface="Helvetica Neue"/>
              <a:sym typeface="Helvetica Neue"/>
            </a:endParaRPr>
          </a:p>
        </p:txBody>
      </p:sp>
      <p:pic>
        <p:nvPicPr>
          <p:cNvPr id="387" name="Google Shape;387;p32"/>
          <p:cNvPicPr preferRelativeResize="0"/>
          <p:nvPr/>
        </p:nvPicPr>
        <p:blipFill rotWithShape="1">
          <a:blip r:embed="rId3">
            <a:alphaModFix/>
          </a:blip>
          <a:srcRect/>
          <a:stretch/>
        </p:blipFill>
        <p:spPr>
          <a:xfrm>
            <a:off x="8108014" y="2399996"/>
            <a:ext cx="4651697" cy="3347428"/>
          </a:xfrm>
          <a:prstGeom prst="rect">
            <a:avLst/>
          </a:prstGeom>
          <a:noFill/>
          <a:ln>
            <a:noFill/>
          </a:ln>
        </p:spPr>
      </p:pic>
      <p:pic>
        <p:nvPicPr>
          <p:cNvPr id="388" name="Google Shape;388;p32"/>
          <p:cNvPicPr preferRelativeResize="0"/>
          <p:nvPr/>
        </p:nvPicPr>
        <p:blipFill rotWithShape="1">
          <a:blip r:embed="rId4">
            <a:alphaModFix/>
          </a:blip>
          <a:srcRect/>
          <a:stretch/>
        </p:blipFill>
        <p:spPr>
          <a:xfrm>
            <a:off x="449494" y="6235808"/>
            <a:ext cx="8495274" cy="3414767"/>
          </a:xfrm>
          <a:prstGeom prst="rect">
            <a:avLst/>
          </a:prstGeom>
          <a:noFill/>
          <a:ln>
            <a:noFill/>
          </a:ln>
        </p:spPr>
      </p:pic>
      <p:sp>
        <p:nvSpPr>
          <p:cNvPr id="389" name="Google Shape;389;p32"/>
          <p:cNvSpPr txBox="1"/>
          <p:nvPr/>
        </p:nvSpPr>
        <p:spPr>
          <a:xfrm>
            <a:off x="9567400" y="5999425"/>
            <a:ext cx="3000000" cy="10467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a:solidFill>
                  <a:schemeClr val="dk1"/>
                </a:solidFill>
                <a:latin typeface="Helvetica Neue"/>
                <a:ea typeface="Helvetica Neue"/>
                <a:cs typeface="Helvetica Neue"/>
                <a:sym typeface="Helvetica Neue"/>
              </a:rPr>
              <a:t>Sampling density of all birds</a:t>
            </a:r>
            <a:endParaRPr sz="2800" b="0" i="0" u="none" strike="noStrike" cap="none">
              <a:solidFill>
                <a:schemeClr val="dk1"/>
              </a:solidFill>
              <a:latin typeface="Helvetica Neue"/>
              <a:ea typeface="Helvetica Neue"/>
              <a:cs typeface="Helvetica Neue"/>
              <a:sym typeface="Helvetica Neue"/>
            </a:endParaRPr>
          </a:p>
        </p:txBody>
      </p:sp>
      <p:sp>
        <p:nvSpPr>
          <p:cNvPr id="390" name="Google Shape;390;p32"/>
          <p:cNvSpPr txBox="1"/>
          <p:nvPr/>
        </p:nvSpPr>
        <p:spPr>
          <a:xfrm>
            <a:off x="838000" y="2994775"/>
            <a:ext cx="3000000" cy="10467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a:solidFill>
                  <a:schemeClr val="dk1"/>
                </a:solidFill>
                <a:latin typeface="Helvetica Neue"/>
                <a:ea typeface="Helvetica Neue"/>
                <a:cs typeface="Helvetica Neue"/>
                <a:sym typeface="Helvetica Neue"/>
              </a:rPr>
              <a:t>Golden-crowned kinglet  </a:t>
            </a:r>
            <a:endParaRPr sz="1400" b="0" i="0" u="none" strike="noStrike" cap="none">
              <a:solidFill>
                <a:schemeClr val="dk1"/>
              </a:solidFill>
              <a:latin typeface="Arial"/>
              <a:ea typeface="Arial"/>
              <a:cs typeface="Arial"/>
              <a:sym typeface="Arial"/>
            </a:endParaRPr>
          </a:p>
        </p:txBody>
      </p:sp>
      <p:pic>
        <p:nvPicPr>
          <p:cNvPr id="391" name="Google Shape;391;p32"/>
          <p:cNvPicPr preferRelativeResize="0"/>
          <p:nvPr/>
        </p:nvPicPr>
        <p:blipFill>
          <a:blip r:embed="rId5">
            <a:alphaModFix/>
          </a:blip>
          <a:stretch>
            <a:fillRect/>
          </a:stretch>
        </p:blipFill>
        <p:spPr>
          <a:xfrm>
            <a:off x="4078875" y="2854537"/>
            <a:ext cx="2603476" cy="1952625"/>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sp>
        <p:nvSpPr>
          <p:cNvPr id="396" name="Google Shape;396;p33"/>
          <p:cNvSpPr txBox="1">
            <a:spLocks noGrp="1"/>
          </p:cNvSpPr>
          <p:nvPr>
            <p:ph type="title"/>
          </p:nvPr>
        </p:nvSpPr>
        <p:spPr>
          <a:xfrm>
            <a:off x="571500" y="145791"/>
            <a:ext cx="11861700" cy="1765800"/>
          </a:xfrm>
          <a:prstGeom prst="rect">
            <a:avLst/>
          </a:prstGeom>
          <a:noFill/>
          <a:ln>
            <a:noFill/>
          </a:ln>
        </p:spPr>
        <p:txBody>
          <a:bodyPr spcFirstLastPara="1" wrap="square" lIns="50800" tIns="50800" rIns="50800" bIns="50800" anchor="b" anchorCtr="0">
            <a:noAutofit/>
          </a:bodyPr>
          <a:lstStyle/>
          <a:p>
            <a:pPr marL="0" lvl="0" indent="0" algn="l" rtl="0">
              <a:lnSpc>
                <a:spcPct val="100000"/>
              </a:lnSpc>
              <a:spcBef>
                <a:spcPts val="0"/>
              </a:spcBef>
              <a:spcAft>
                <a:spcPts val="0"/>
              </a:spcAft>
              <a:buClr>
                <a:srgbClr val="000000"/>
              </a:buClr>
              <a:buSzPts val="2900"/>
              <a:buFont typeface="Helvetica Neue"/>
              <a:buNone/>
            </a:pPr>
            <a:r>
              <a:rPr lang="en-US"/>
              <a:t>Some things to take into consideration regardless of the algorithm: Point distribution</a:t>
            </a:r>
            <a:endParaRPr i="1"/>
          </a:p>
        </p:txBody>
      </p:sp>
      <p:sp>
        <p:nvSpPr>
          <p:cNvPr id="397" name="Google Shape;397;p33"/>
          <p:cNvSpPr txBox="1"/>
          <p:nvPr/>
        </p:nvSpPr>
        <p:spPr>
          <a:xfrm>
            <a:off x="-237547" y="5747428"/>
            <a:ext cx="4975800" cy="485700"/>
          </a:xfrm>
          <a:prstGeom prst="rect">
            <a:avLst/>
          </a:prstGeom>
          <a:noFill/>
          <a:ln>
            <a:noFill/>
          </a:ln>
        </p:spPr>
        <p:txBody>
          <a:bodyPr spcFirstLastPara="1" wrap="square" lIns="27075" tIns="27075" rIns="27075" bIns="27075" anchor="ctr" anchorCtr="0">
            <a:spAutoFit/>
          </a:bodyPr>
          <a:lstStyle/>
          <a:p>
            <a:pPr marL="0" marR="0" lvl="0" indent="0" algn="ctr" rtl="0">
              <a:lnSpc>
                <a:spcPct val="100000"/>
              </a:lnSpc>
              <a:spcBef>
                <a:spcPts val="0"/>
              </a:spcBef>
              <a:spcAft>
                <a:spcPts val="0"/>
              </a:spcAft>
              <a:buClr>
                <a:srgbClr val="FFFFFF"/>
              </a:buClr>
              <a:buSzPts val="2800"/>
              <a:buFont typeface="Helvetica Neue"/>
              <a:buNone/>
            </a:pPr>
            <a:r>
              <a:rPr lang="en-US" sz="2800" b="0" i="0" u="none" strike="noStrike" cap="none">
                <a:solidFill>
                  <a:schemeClr val="dk1"/>
                </a:solidFill>
                <a:latin typeface="Helvetica Neue"/>
                <a:ea typeface="Helvetica Neue"/>
                <a:cs typeface="Helvetica Neue"/>
                <a:sym typeface="Helvetica Neue"/>
              </a:rPr>
              <a:t>Biased presence data</a:t>
            </a:r>
            <a:endParaRPr sz="2800" b="0" i="0" u="none" strike="noStrike" cap="none">
              <a:solidFill>
                <a:schemeClr val="dk1"/>
              </a:solidFill>
              <a:latin typeface="Helvetica Neue"/>
              <a:ea typeface="Helvetica Neue"/>
              <a:cs typeface="Helvetica Neue"/>
              <a:sym typeface="Helvetica Neue"/>
            </a:endParaRPr>
          </a:p>
        </p:txBody>
      </p:sp>
      <p:sp>
        <p:nvSpPr>
          <p:cNvPr id="398" name="Google Shape;398;p33"/>
          <p:cNvSpPr txBox="1"/>
          <p:nvPr/>
        </p:nvSpPr>
        <p:spPr>
          <a:xfrm>
            <a:off x="4078875" y="5750100"/>
            <a:ext cx="5700900" cy="5850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2600"/>
              <a:buFont typeface="Arial"/>
              <a:buNone/>
            </a:pPr>
            <a:r>
              <a:rPr lang="en-US" sz="2600" b="0" i="0" u="none" strike="noStrike" cap="none">
                <a:solidFill>
                  <a:schemeClr val="dk1"/>
                </a:solidFill>
                <a:latin typeface="Helvetica Neue"/>
                <a:ea typeface="Helvetica Neue"/>
                <a:cs typeface="Helvetica Neue"/>
                <a:sym typeface="Helvetica Neue"/>
              </a:rPr>
              <a:t>Target group background</a:t>
            </a:r>
            <a:endParaRPr sz="2600" b="0" i="1" u="none" strike="noStrike" cap="none">
              <a:solidFill>
                <a:schemeClr val="dk1"/>
              </a:solidFill>
              <a:latin typeface="Helvetica Neue"/>
              <a:ea typeface="Helvetica Neue"/>
              <a:cs typeface="Helvetica Neue"/>
              <a:sym typeface="Helvetica Neue"/>
            </a:endParaRPr>
          </a:p>
        </p:txBody>
      </p:sp>
      <p:sp>
        <p:nvSpPr>
          <p:cNvPr id="399" name="Google Shape;399;p33"/>
          <p:cNvSpPr txBox="1"/>
          <p:nvPr/>
        </p:nvSpPr>
        <p:spPr>
          <a:xfrm>
            <a:off x="10364624" y="9238202"/>
            <a:ext cx="1779600" cy="300900"/>
          </a:xfrm>
          <a:prstGeom prst="rect">
            <a:avLst/>
          </a:prstGeom>
          <a:noFill/>
          <a:ln>
            <a:noFill/>
          </a:ln>
        </p:spPr>
        <p:txBody>
          <a:bodyPr spcFirstLastPara="1" wrap="square" lIns="27075" tIns="27075" rIns="27075" bIns="27075" anchor="ctr" anchorCtr="0">
            <a:spAutoFit/>
          </a:bodyPr>
          <a:lstStyle/>
          <a:p>
            <a:pPr marL="0" marR="0" lvl="0" indent="0" algn="ctr" rtl="0">
              <a:lnSpc>
                <a:spcPct val="100000"/>
              </a:lnSpc>
              <a:spcBef>
                <a:spcPts val="0"/>
              </a:spcBef>
              <a:spcAft>
                <a:spcPts val="0"/>
              </a:spcAft>
              <a:buClr>
                <a:srgbClr val="FFFFFF"/>
              </a:buClr>
              <a:buSzPts val="1600"/>
              <a:buFont typeface="Helvetica Neue"/>
              <a:buNone/>
            </a:pPr>
            <a:r>
              <a:rPr lang="en-US" sz="1600" b="0" i="0" u="none" strike="noStrike" cap="none">
                <a:solidFill>
                  <a:schemeClr val="dk1"/>
                </a:solidFill>
                <a:latin typeface="Helvetica Neue"/>
                <a:ea typeface="Helvetica Neue"/>
                <a:cs typeface="Helvetica Neue"/>
                <a:sym typeface="Helvetica Neue"/>
              </a:rPr>
              <a:t>Phillips et al., 2009</a:t>
            </a:r>
            <a:endParaRPr sz="1600" b="0" i="0" u="none" strike="noStrike" cap="none">
              <a:solidFill>
                <a:schemeClr val="dk1"/>
              </a:solidFill>
              <a:latin typeface="Helvetica Neue"/>
              <a:ea typeface="Helvetica Neue"/>
              <a:cs typeface="Helvetica Neue"/>
              <a:sym typeface="Helvetica Neue"/>
            </a:endParaRPr>
          </a:p>
        </p:txBody>
      </p:sp>
      <p:pic>
        <p:nvPicPr>
          <p:cNvPr id="400" name="Google Shape;400;p33"/>
          <p:cNvPicPr preferRelativeResize="0"/>
          <p:nvPr/>
        </p:nvPicPr>
        <p:blipFill rotWithShape="1">
          <a:blip r:embed="rId3">
            <a:alphaModFix/>
          </a:blip>
          <a:srcRect/>
          <a:stretch/>
        </p:blipFill>
        <p:spPr>
          <a:xfrm>
            <a:off x="8108014" y="2399996"/>
            <a:ext cx="4651697" cy="3347428"/>
          </a:xfrm>
          <a:prstGeom prst="rect">
            <a:avLst/>
          </a:prstGeom>
          <a:noFill/>
          <a:ln>
            <a:noFill/>
          </a:ln>
        </p:spPr>
      </p:pic>
      <p:pic>
        <p:nvPicPr>
          <p:cNvPr id="401" name="Google Shape;401;p33"/>
          <p:cNvPicPr preferRelativeResize="0"/>
          <p:nvPr/>
        </p:nvPicPr>
        <p:blipFill rotWithShape="1">
          <a:blip r:embed="rId4">
            <a:alphaModFix/>
          </a:blip>
          <a:srcRect/>
          <a:stretch/>
        </p:blipFill>
        <p:spPr>
          <a:xfrm>
            <a:off x="449494" y="6235808"/>
            <a:ext cx="8495274" cy="3414767"/>
          </a:xfrm>
          <a:prstGeom prst="rect">
            <a:avLst/>
          </a:prstGeom>
          <a:noFill/>
          <a:ln>
            <a:noFill/>
          </a:ln>
        </p:spPr>
      </p:pic>
      <p:sp>
        <p:nvSpPr>
          <p:cNvPr id="402" name="Google Shape;402;p33"/>
          <p:cNvSpPr txBox="1"/>
          <p:nvPr/>
        </p:nvSpPr>
        <p:spPr>
          <a:xfrm>
            <a:off x="9567400" y="5999425"/>
            <a:ext cx="3000000" cy="10467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a:solidFill>
                  <a:schemeClr val="dk1"/>
                </a:solidFill>
                <a:latin typeface="Helvetica Neue"/>
                <a:ea typeface="Helvetica Neue"/>
                <a:cs typeface="Helvetica Neue"/>
                <a:sym typeface="Helvetica Neue"/>
              </a:rPr>
              <a:t>Sampling density of all birds</a:t>
            </a:r>
            <a:endParaRPr sz="2800" b="0" i="0" u="none" strike="noStrike" cap="none">
              <a:solidFill>
                <a:schemeClr val="dk1"/>
              </a:solidFill>
              <a:latin typeface="Helvetica Neue"/>
              <a:ea typeface="Helvetica Neue"/>
              <a:cs typeface="Helvetica Neue"/>
              <a:sym typeface="Helvetica Neue"/>
            </a:endParaRPr>
          </a:p>
        </p:txBody>
      </p:sp>
      <p:sp>
        <p:nvSpPr>
          <p:cNvPr id="403" name="Google Shape;403;p33"/>
          <p:cNvSpPr txBox="1"/>
          <p:nvPr/>
        </p:nvSpPr>
        <p:spPr>
          <a:xfrm>
            <a:off x="838000" y="2994775"/>
            <a:ext cx="3000000" cy="10467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a:solidFill>
                  <a:schemeClr val="dk1"/>
                </a:solidFill>
                <a:latin typeface="Helvetica Neue"/>
                <a:ea typeface="Helvetica Neue"/>
                <a:cs typeface="Helvetica Neue"/>
                <a:sym typeface="Helvetica Neue"/>
              </a:rPr>
              <a:t>Golden-crowned kinglet  </a:t>
            </a:r>
            <a:endParaRPr sz="1400" b="0" i="0" u="none" strike="noStrike" cap="none">
              <a:solidFill>
                <a:schemeClr val="dk1"/>
              </a:solidFill>
              <a:latin typeface="Arial"/>
              <a:ea typeface="Arial"/>
              <a:cs typeface="Arial"/>
              <a:sym typeface="Arial"/>
            </a:endParaRPr>
          </a:p>
        </p:txBody>
      </p:sp>
      <p:sp>
        <p:nvSpPr>
          <p:cNvPr id="404" name="Google Shape;404;p33"/>
          <p:cNvSpPr/>
          <p:nvPr/>
        </p:nvSpPr>
        <p:spPr>
          <a:xfrm>
            <a:off x="396506" y="6292312"/>
            <a:ext cx="4533000" cy="3246900"/>
          </a:xfrm>
          <a:prstGeom prst="ellipse">
            <a:avLst/>
          </a:prstGeom>
          <a:noFill/>
          <a:ln w="38100" cap="flat" cmpd="sng">
            <a:solidFill>
              <a:srgbClr val="FF0000"/>
            </a:solidFill>
            <a:prstDash val="solid"/>
            <a:miter lim="400000"/>
            <a:headEnd type="none" w="sm" len="sm"/>
            <a:tailEnd type="none" w="sm" len="sm"/>
          </a:ln>
        </p:spPr>
        <p:txBody>
          <a:bodyPr spcFirstLastPara="1" wrap="square" lIns="27075" tIns="27075" rIns="27075" bIns="27075" anchor="ctr" anchorCtr="0">
            <a:noAutofit/>
          </a:bodyPr>
          <a:lstStyle/>
          <a:p>
            <a:pPr marL="0" marR="0" lvl="0" indent="0" algn="ctr" rtl="0">
              <a:lnSpc>
                <a:spcPct val="100000"/>
              </a:lnSpc>
              <a:spcBef>
                <a:spcPts val="0"/>
              </a:spcBef>
              <a:spcAft>
                <a:spcPts val="0"/>
              </a:spcAft>
              <a:buClr>
                <a:srgbClr val="FFFFFF"/>
              </a:buClr>
              <a:buSzPts val="2200"/>
              <a:buFont typeface="Helvetica Neue"/>
              <a:buNone/>
            </a:pPr>
            <a:endParaRPr sz="2200" b="0" i="0" u="none" strike="noStrike" cap="none">
              <a:solidFill>
                <a:srgbClr val="000000"/>
              </a:solidFill>
              <a:latin typeface="Helvetica Neue"/>
              <a:ea typeface="Helvetica Neue"/>
              <a:cs typeface="Helvetica Neue"/>
              <a:sym typeface="Helvetica Neue"/>
            </a:endParaRPr>
          </a:p>
        </p:txBody>
      </p:sp>
      <p:sp>
        <p:nvSpPr>
          <p:cNvPr id="405" name="Google Shape;405;p33"/>
          <p:cNvSpPr/>
          <p:nvPr/>
        </p:nvSpPr>
        <p:spPr>
          <a:xfrm>
            <a:off x="8414652" y="2332054"/>
            <a:ext cx="4533000" cy="3246900"/>
          </a:xfrm>
          <a:prstGeom prst="ellipse">
            <a:avLst/>
          </a:prstGeom>
          <a:noFill/>
          <a:ln w="38100" cap="flat" cmpd="sng">
            <a:solidFill>
              <a:srgbClr val="FF0000"/>
            </a:solidFill>
            <a:prstDash val="solid"/>
            <a:miter lim="400000"/>
            <a:headEnd type="none" w="sm" len="sm"/>
            <a:tailEnd type="none" w="sm" len="sm"/>
          </a:ln>
        </p:spPr>
        <p:txBody>
          <a:bodyPr spcFirstLastPara="1" wrap="square" lIns="27075" tIns="27075" rIns="27075" bIns="27075" anchor="ctr" anchorCtr="0">
            <a:noAutofit/>
          </a:bodyPr>
          <a:lstStyle/>
          <a:p>
            <a:pPr marL="0" marR="0" lvl="0" indent="0" algn="ctr" rtl="0">
              <a:lnSpc>
                <a:spcPct val="100000"/>
              </a:lnSpc>
              <a:spcBef>
                <a:spcPts val="0"/>
              </a:spcBef>
              <a:spcAft>
                <a:spcPts val="0"/>
              </a:spcAft>
              <a:buClr>
                <a:srgbClr val="FFFFFF"/>
              </a:buClr>
              <a:buSzPts val="2200"/>
              <a:buFont typeface="Helvetica Neue"/>
              <a:buNone/>
            </a:pPr>
            <a:endParaRPr sz="2200" b="0" i="0" u="none" strike="noStrike" cap="none">
              <a:solidFill>
                <a:srgbClr val="000000"/>
              </a:solidFill>
              <a:latin typeface="Helvetica Neue"/>
              <a:ea typeface="Helvetica Neue"/>
              <a:cs typeface="Helvetica Neue"/>
              <a:sym typeface="Helvetica Neue"/>
            </a:endParaRPr>
          </a:p>
        </p:txBody>
      </p:sp>
      <p:pic>
        <p:nvPicPr>
          <p:cNvPr id="406" name="Google Shape;406;p33"/>
          <p:cNvPicPr preferRelativeResize="0"/>
          <p:nvPr/>
        </p:nvPicPr>
        <p:blipFill>
          <a:blip r:embed="rId5">
            <a:alphaModFix/>
          </a:blip>
          <a:stretch>
            <a:fillRect/>
          </a:stretch>
        </p:blipFill>
        <p:spPr>
          <a:xfrm>
            <a:off x="4078875" y="2854537"/>
            <a:ext cx="2603476" cy="1952625"/>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410"/>
        <p:cNvGrpSpPr/>
        <p:nvPr/>
      </p:nvGrpSpPr>
      <p:grpSpPr>
        <a:xfrm>
          <a:off x="0" y="0"/>
          <a:ext cx="0" cy="0"/>
          <a:chOff x="0" y="0"/>
          <a:chExt cx="0" cy="0"/>
        </a:xfrm>
      </p:grpSpPr>
      <p:pic>
        <p:nvPicPr>
          <p:cNvPr id="411" name="Google Shape;411;p34" descr="Screen Shot 2013-06-03 at 1.25.52 PM.png"/>
          <p:cNvPicPr preferRelativeResize="0"/>
          <p:nvPr/>
        </p:nvPicPr>
        <p:blipFill rotWithShape="1">
          <a:blip r:embed="rId3">
            <a:alphaModFix/>
          </a:blip>
          <a:srcRect/>
          <a:stretch/>
        </p:blipFill>
        <p:spPr>
          <a:xfrm>
            <a:off x="0" y="3046209"/>
            <a:ext cx="6794501" cy="3308210"/>
          </a:xfrm>
          <a:prstGeom prst="rect">
            <a:avLst/>
          </a:prstGeom>
          <a:noFill/>
          <a:ln>
            <a:noFill/>
          </a:ln>
        </p:spPr>
      </p:pic>
      <p:pic>
        <p:nvPicPr>
          <p:cNvPr id="412" name="Google Shape;412;p34" descr="Screen Shot 2013-06-03 at 1.26.51 PM.png"/>
          <p:cNvPicPr preferRelativeResize="0"/>
          <p:nvPr/>
        </p:nvPicPr>
        <p:blipFill rotWithShape="1">
          <a:blip r:embed="rId4">
            <a:alphaModFix/>
          </a:blip>
          <a:srcRect/>
          <a:stretch/>
        </p:blipFill>
        <p:spPr>
          <a:xfrm>
            <a:off x="2729010" y="6592263"/>
            <a:ext cx="6375401" cy="3118266"/>
          </a:xfrm>
          <a:prstGeom prst="rect">
            <a:avLst/>
          </a:prstGeom>
          <a:noFill/>
          <a:ln>
            <a:noFill/>
          </a:ln>
        </p:spPr>
      </p:pic>
      <p:pic>
        <p:nvPicPr>
          <p:cNvPr id="413" name="Google Shape;413;p34" descr="Screen Shot 2013-06-03 at 1.26.43 PM.png"/>
          <p:cNvPicPr preferRelativeResize="0"/>
          <p:nvPr/>
        </p:nvPicPr>
        <p:blipFill rotWithShape="1">
          <a:blip r:embed="rId5">
            <a:alphaModFix/>
          </a:blip>
          <a:srcRect/>
          <a:stretch/>
        </p:blipFill>
        <p:spPr>
          <a:xfrm>
            <a:off x="6494723" y="3115786"/>
            <a:ext cx="6565900" cy="3241394"/>
          </a:xfrm>
          <a:prstGeom prst="rect">
            <a:avLst/>
          </a:prstGeom>
          <a:noFill/>
          <a:ln>
            <a:noFill/>
          </a:ln>
        </p:spPr>
      </p:pic>
      <p:sp>
        <p:nvSpPr>
          <p:cNvPr id="414" name="Google Shape;414;p34"/>
          <p:cNvSpPr txBox="1"/>
          <p:nvPr/>
        </p:nvSpPr>
        <p:spPr>
          <a:xfrm>
            <a:off x="437590" y="5727119"/>
            <a:ext cx="5562600" cy="441300"/>
          </a:xfrm>
          <a:prstGeom prst="rect">
            <a:avLst/>
          </a:prstGeom>
          <a:solidFill>
            <a:srgbClr val="FFFFFF"/>
          </a:solidFill>
          <a:ln>
            <a:noFill/>
          </a:ln>
        </p:spPr>
        <p:txBody>
          <a:bodyPr spcFirstLastPara="1" wrap="square" lIns="50800" tIns="50800" rIns="50800" bIns="50800" anchor="b" anchorCtr="0">
            <a:spAutoFit/>
          </a:bodyPr>
          <a:lstStyle/>
          <a:p>
            <a:pPr marL="0" marR="0" lvl="0" indent="0" algn="ctr" rtl="0">
              <a:lnSpc>
                <a:spcPct val="100000"/>
              </a:lnSpc>
              <a:spcBef>
                <a:spcPts val="0"/>
              </a:spcBef>
              <a:spcAft>
                <a:spcPts val="0"/>
              </a:spcAft>
              <a:buClr>
                <a:srgbClr val="000000"/>
              </a:buClr>
              <a:buSzPts val="2200"/>
              <a:buFont typeface="Helvetica Neue Light"/>
              <a:buNone/>
            </a:pPr>
            <a:r>
              <a:rPr lang="en-US" sz="2200" b="0" i="0" u="none" strike="noStrike" cap="none">
                <a:solidFill>
                  <a:srgbClr val="000000"/>
                </a:solidFill>
                <a:latin typeface="Helvetica Neue Light"/>
                <a:ea typeface="Helvetica Neue Light"/>
                <a:cs typeface="Helvetica Neue Light"/>
                <a:sym typeface="Helvetica Neue Light"/>
              </a:rPr>
              <a:t>Stations with precipitation data</a:t>
            </a:r>
            <a:endParaRPr sz="2200" b="0" i="1" u="none" strike="noStrike" cap="none">
              <a:solidFill>
                <a:srgbClr val="000000"/>
              </a:solidFill>
              <a:latin typeface="Helvetica Neue Light"/>
              <a:ea typeface="Helvetica Neue Light"/>
              <a:cs typeface="Helvetica Neue Light"/>
              <a:sym typeface="Helvetica Neue Light"/>
            </a:endParaRPr>
          </a:p>
        </p:txBody>
      </p:sp>
      <p:sp>
        <p:nvSpPr>
          <p:cNvPr id="415" name="Google Shape;415;p34"/>
          <p:cNvSpPr txBox="1"/>
          <p:nvPr/>
        </p:nvSpPr>
        <p:spPr>
          <a:xfrm>
            <a:off x="7002723" y="5454826"/>
            <a:ext cx="5562600" cy="780000"/>
          </a:xfrm>
          <a:prstGeom prst="rect">
            <a:avLst/>
          </a:prstGeom>
          <a:solidFill>
            <a:srgbClr val="FFFFFF"/>
          </a:solidFill>
          <a:ln>
            <a:noFill/>
          </a:ln>
        </p:spPr>
        <p:txBody>
          <a:bodyPr spcFirstLastPara="1" wrap="square" lIns="50800" tIns="50800" rIns="50800" bIns="50800" anchor="b" anchorCtr="0">
            <a:spAutoFit/>
          </a:bodyPr>
          <a:lstStyle/>
          <a:p>
            <a:pPr marL="0" marR="0" lvl="0" indent="0" algn="ctr" rtl="0">
              <a:lnSpc>
                <a:spcPct val="100000"/>
              </a:lnSpc>
              <a:spcBef>
                <a:spcPts val="0"/>
              </a:spcBef>
              <a:spcAft>
                <a:spcPts val="0"/>
              </a:spcAft>
              <a:buClr>
                <a:srgbClr val="000000"/>
              </a:buClr>
              <a:buSzPts val="2200"/>
              <a:buFont typeface="Helvetica Neue Light"/>
              <a:buNone/>
            </a:pPr>
            <a:r>
              <a:rPr lang="en-US" sz="2200" b="0" i="0" u="none" strike="noStrike" cap="none">
                <a:solidFill>
                  <a:srgbClr val="000000"/>
                </a:solidFill>
                <a:latin typeface="Helvetica Neue Light"/>
                <a:ea typeface="Helvetica Neue Light"/>
                <a:cs typeface="Helvetica Neue Light"/>
                <a:sym typeface="Helvetica Neue Light"/>
              </a:rPr>
              <a:t>Stations with mean temperature data</a:t>
            </a:r>
            <a:endParaRPr sz="2200" b="0" i="0" u="none" strike="noStrike" cap="none">
              <a:solidFill>
                <a:srgbClr val="000000"/>
              </a:solidFill>
              <a:latin typeface="Helvetica Neue Light"/>
              <a:ea typeface="Helvetica Neue Light"/>
              <a:cs typeface="Helvetica Neue Light"/>
              <a:sym typeface="Helvetica Neue Light"/>
            </a:endParaRPr>
          </a:p>
          <a:p>
            <a:pPr marL="0" marR="0" lvl="0" indent="0" algn="l" rtl="0">
              <a:lnSpc>
                <a:spcPct val="100000"/>
              </a:lnSpc>
              <a:spcBef>
                <a:spcPts val="0"/>
              </a:spcBef>
              <a:spcAft>
                <a:spcPts val="0"/>
              </a:spcAft>
              <a:buClr>
                <a:srgbClr val="000000"/>
              </a:buClr>
              <a:buSzPts val="2200"/>
              <a:buFont typeface="Helvetica Neue Light"/>
              <a:buNone/>
            </a:pPr>
            <a:endParaRPr sz="2200" b="0" i="1" u="none" strike="noStrike" cap="none">
              <a:solidFill>
                <a:srgbClr val="000000"/>
              </a:solidFill>
              <a:latin typeface="Helvetica Neue Light"/>
              <a:ea typeface="Helvetica Neue Light"/>
              <a:cs typeface="Helvetica Neue Light"/>
              <a:sym typeface="Helvetica Neue Light"/>
            </a:endParaRPr>
          </a:p>
        </p:txBody>
      </p:sp>
      <p:sp>
        <p:nvSpPr>
          <p:cNvPr id="416" name="Google Shape;416;p34"/>
          <p:cNvSpPr txBox="1"/>
          <p:nvPr/>
        </p:nvSpPr>
        <p:spPr>
          <a:xfrm>
            <a:off x="2985301" y="8963495"/>
            <a:ext cx="6251400" cy="441300"/>
          </a:xfrm>
          <a:prstGeom prst="rect">
            <a:avLst/>
          </a:prstGeom>
          <a:solidFill>
            <a:srgbClr val="FFFFFF"/>
          </a:solidFill>
          <a:ln>
            <a:noFill/>
          </a:ln>
        </p:spPr>
        <p:txBody>
          <a:bodyPr spcFirstLastPara="1" wrap="square" lIns="50800" tIns="50800" rIns="50800" bIns="50800" anchor="b" anchorCtr="0">
            <a:spAutoFit/>
          </a:bodyPr>
          <a:lstStyle/>
          <a:p>
            <a:pPr marL="0" marR="0" lvl="0" indent="0" algn="ctr" rtl="0">
              <a:lnSpc>
                <a:spcPct val="100000"/>
              </a:lnSpc>
              <a:spcBef>
                <a:spcPts val="0"/>
              </a:spcBef>
              <a:spcAft>
                <a:spcPts val="0"/>
              </a:spcAft>
              <a:buClr>
                <a:srgbClr val="000000"/>
              </a:buClr>
              <a:buSzPts val="2200"/>
              <a:buFont typeface="Helvetica Neue Light"/>
              <a:buNone/>
            </a:pPr>
            <a:r>
              <a:rPr lang="en-US" sz="2200" b="0" i="0" u="none" strike="noStrike" cap="none">
                <a:solidFill>
                  <a:srgbClr val="000000"/>
                </a:solidFill>
                <a:latin typeface="Helvetica Neue Light"/>
                <a:ea typeface="Helvetica Neue Light"/>
                <a:cs typeface="Helvetica Neue Light"/>
                <a:sym typeface="Helvetica Neue Light"/>
              </a:rPr>
              <a:t>Stations with temperature range data </a:t>
            </a:r>
            <a:endParaRPr sz="2200" b="0" i="1" u="none" strike="noStrike" cap="none">
              <a:solidFill>
                <a:srgbClr val="000000"/>
              </a:solidFill>
              <a:latin typeface="Helvetica Neue Light"/>
              <a:ea typeface="Helvetica Neue Light"/>
              <a:cs typeface="Helvetica Neue Light"/>
              <a:sym typeface="Helvetica Neue Light"/>
            </a:endParaRPr>
          </a:p>
        </p:txBody>
      </p:sp>
      <p:sp>
        <p:nvSpPr>
          <p:cNvPr id="417" name="Google Shape;417;p34"/>
          <p:cNvSpPr txBox="1"/>
          <p:nvPr/>
        </p:nvSpPr>
        <p:spPr>
          <a:xfrm>
            <a:off x="8831358" y="7442200"/>
            <a:ext cx="2684222" cy="736600"/>
          </a:xfrm>
          <a:prstGeom prst="rect">
            <a:avLst/>
          </a:prstGeom>
          <a:noFill/>
          <a:ln>
            <a:noFill/>
          </a:ln>
        </p:spPr>
        <p:txBody>
          <a:bodyPr spcFirstLastPara="1" wrap="square" lIns="50800" tIns="50800" rIns="50800" bIns="50800" anchor="b" anchorCtr="0">
            <a:spAutoFit/>
          </a:bodyPr>
          <a:lstStyle/>
          <a:p>
            <a:pPr marL="0" marR="0" lvl="0" indent="0" algn="ctr" rtl="0">
              <a:lnSpc>
                <a:spcPct val="100000"/>
              </a:lnSpc>
              <a:spcBef>
                <a:spcPts val="0"/>
              </a:spcBef>
              <a:spcAft>
                <a:spcPts val="0"/>
              </a:spcAft>
              <a:buClr>
                <a:srgbClr val="000000"/>
              </a:buClr>
              <a:buSzPts val="4200"/>
              <a:buFont typeface="Helvetica Neue Light"/>
              <a:buNone/>
            </a:pPr>
            <a:r>
              <a:rPr lang="en-US" sz="4200" b="0" i="0" u="none" strike="noStrike" cap="none">
                <a:solidFill>
                  <a:srgbClr val="000000"/>
                </a:solidFill>
                <a:latin typeface="Helvetica Neue Light"/>
                <a:ea typeface="Helvetica Neue Light"/>
                <a:cs typeface="Helvetica Neue Light"/>
                <a:sym typeface="Helvetica Neue Light"/>
              </a:rPr>
              <a:t>1950-2000</a:t>
            </a:r>
            <a:endParaRPr sz="1400" b="0" i="0" u="none" strike="noStrike" cap="none">
              <a:solidFill>
                <a:srgbClr val="000000"/>
              </a:solidFill>
              <a:latin typeface="Arial"/>
              <a:ea typeface="Arial"/>
              <a:cs typeface="Arial"/>
              <a:sym typeface="Arial"/>
            </a:endParaRPr>
          </a:p>
        </p:txBody>
      </p:sp>
      <p:sp>
        <p:nvSpPr>
          <p:cNvPr id="418" name="Google Shape;418;p34"/>
          <p:cNvSpPr txBox="1">
            <a:spLocks noGrp="1"/>
          </p:cNvSpPr>
          <p:nvPr>
            <p:ph type="title"/>
          </p:nvPr>
        </p:nvSpPr>
        <p:spPr>
          <a:xfrm>
            <a:off x="571500" y="145791"/>
            <a:ext cx="11861800" cy="1765818"/>
          </a:xfrm>
          <a:prstGeom prst="rect">
            <a:avLst/>
          </a:prstGeom>
          <a:noFill/>
          <a:ln>
            <a:noFill/>
          </a:ln>
        </p:spPr>
        <p:txBody>
          <a:bodyPr spcFirstLastPara="1" wrap="square" lIns="50800" tIns="50800" rIns="50800" bIns="50800" anchor="b" anchorCtr="0">
            <a:noAutofit/>
          </a:bodyPr>
          <a:lstStyle/>
          <a:p>
            <a:pPr marL="0" lvl="0" indent="0" algn="l" rtl="0">
              <a:lnSpc>
                <a:spcPct val="100000"/>
              </a:lnSpc>
              <a:spcBef>
                <a:spcPts val="0"/>
              </a:spcBef>
              <a:spcAft>
                <a:spcPts val="0"/>
              </a:spcAft>
              <a:buClr>
                <a:srgbClr val="000000"/>
              </a:buClr>
              <a:buSzPts val="2900"/>
              <a:buFont typeface="Helvetica Neue"/>
              <a:buNone/>
            </a:pPr>
            <a:r>
              <a:rPr lang="en-US" dirty="0"/>
              <a:t>Some things to take into consideration regardless of the algorithm: </a:t>
            </a:r>
            <a:r>
              <a:rPr lang="en-US" sz="3600" dirty="0">
                <a:solidFill>
                  <a:schemeClr val="dk1"/>
                </a:solidFill>
              </a:rPr>
              <a:t>About predictor variables: </a:t>
            </a:r>
            <a:r>
              <a:rPr lang="en-US" sz="3600" dirty="0" err="1">
                <a:solidFill>
                  <a:schemeClr val="dk1"/>
                </a:solidFill>
              </a:rPr>
              <a:t>Worldclim</a:t>
            </a:r>
            <a:endParaRPr i="1"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422"/>
        <p:cNvGrpSpPr/>
        <p:nvPr/>
      </p:nvGrpSpPr>
      <p:grpSpPr>
        <a:xfrm>
          <a:off x="0" y="0"/>
          <a:ext cx="0" cy="0"/>
          <a:chOff x="0" y="0"/>
          <a:chExt cx="0" cy="0"/>
        </a:xfrm>
      </p:grpSpPr>
      <p:pic>
        <p:nvPicPr>
          <p:cNvPr id="1028" name="Picture 4">
            <a:extLst>
              <a:ext uri="{FF2B5EF4-FFF2-40B4-BE49-F238E27FC236}">
                <a16:creationId xmlns:a16="http://schemas.microsoft.com/office/drawing/2014/main" id="{9D651620-C881-1767-04A0-94272F95377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692152" y="3071227"/>
            <a:ext cx="9517324" cy="6283874"/>
          </a:xfrm>
          <a:prstGeom prst="rect">
            <a:avLst/>
          </a:prstGeom>
          <a:noFill/>
          <a:extLst>
            <a:ext uri="{909E8E84-426E-40DD-AFC4-6F175D3DCCD1}">
              <a14:hiddenFill xmlns:a14="http://schemas.microsoft.com/office/drawing/2010/main">
                <a:solidFill>
                  <a:srgbClr val="FFFFFF"/>
                </a:solidFill>
              </a14:hiddenFill>
            </a:ext>
          </a:extLst>
        </p:spPr>
      </p:pic>
      <p:sp>
        <p:nvSpPr>
          <p:cNvPr id="423" name="Google Shape;423;p35"/>
          <p:cNvSpPr txBox="1">
            <a:spLocks noGrp="1"/>
          </p:cNvSpPr>
          <p:nvPr>
            <p:ph type="title"/>
          </p:nvPr>
        </p:nvSpPr>
        <p:spPr>
          <a:xfrm>
            <a:off x="571500" y="145791"/>
            <a:ext cx="11861800" cy="1765818"/>
          </a:xfrm>
          <a:prstGeom prst="rect">
            <a:avLst/>
          </a:prstGeom>
          <a:noFill/>
          <a:ln>
            <a:noFill/>
          </a:ln>
        </p:spPr>
        <p:txBody>
          <a:bodyPr spcFirstLastPara="1" wrap="square" lIns="50800" tIns="50800" rIns="50800" bIns="50800" anchor="b" anchorCtr="0">
            <a:noAutofit/>
          </a:bodyPr>
          <a:lstStyle/>
          <a:p>
            <a:pPr marL="0" lvl="0" indent="0" algn="l" rtl="0">
              <a:lnSpc>
                <a:spcPct val="100000"/>
              </a:lnSpc>
              <a:spcBef>
                <a:spcPts val="0"/>
              </a:spcBef>
              <a:spcAft>
                <a:spcPts val="0"/>
              </a:spcAft>
              <a:buClr>
                <a:srgbClr val="000000"/>
              </a:buClr>
              <a:buSzPts val="2900"/>
              <a:buFont typeface="Helvetica Neue"/>
              <a:buNone/>
            </a:pPr>
            <a:r>
              <a:rPr lang="en-US" dirty="0"/>
              <a:t>Some things to take into consideration regardless of the algorithm: variable correlation</a:t>
            </a:r>
            <a:endParaRPr i="1" dirty="0"/>
          </a:p>
        </p:txBody>
      </p:sp>
      <p:sp>
        <p:nvSpPr>
          <p:cNvPr id="424" name="Google Shape;424;p35"/>
          <p:cNvSpPr txBox="1"/>
          <p:nvPr/>
        </p:nvSpPr>
        <p:spPr>
          <a:xfrm>
            <a:off x="1584654" y="2246826"/>
            <a:ext cx="10169700" cy="824400"/>
          </a:xfrm>
          <a:prstGeom prst="rect">
            <a:avLst/>
          </a:prstGeom>
          <a:noFill/>
          <a:ln>
            <a:noFill/>
          </a:ln>
        </p:spPr>
        <p:txBody>
          <a:bodyPr spcFirstLastPara="1" wrap="square" lIns="27075" tIns="27075" rIns="27075" bIns="27075" anchor="ctr" anchorCtr="0">
            <a:spAutoFit/>
          </a:bodyPr>
          <a:lstStyle/>
          <a:p>
            <a:pPr marL="342900" marR="0" lvl="0" indent="-342900" algn="l" rtl="0">
              <a:lnSpc>
                <a:spcPct val="100000"/>
              </a:lnSpc>
              <a:spcBef>
                <a:spcPts val="0"/>
              </a:spcBef>
              <a:spcAft>
                <a:spcPts val="0"/>
              </a:spcAft>
              <a:buClr>
                <a:srgbClr val="000000"/>
              </a:buClr>
              <a:buSzPts val="2500"/>
              <a:buFont typeface="Arial"/>
              <a:buChar char="•"/>
            </a:pPr>
            <a:r>
              <a:rPr lang="en-US" sz="2500" b="0" i="0" u="none" strike="noStrike" cap="none">
                <a:solidFill>
                  <a:srgbClr val="000000"/>
                </a:solidFill>
                <a:latin typeface="Helvetica Neue Light"/>
                <a:ea typeface="Helvetica Neue Light"/>
                <a:cs typeface="Helvetica Neue Light"/>
                <a:sym typeface="Helvetica Neue Light"/>
              </a:rPr>
              <a:t>Models built with one of 4 correlated variables</a:t>
            </a:r>
            <a:endParaRPr sz="1400" b="0" i="0" u="none" strike="noStrike" cap="none">
              <a:solidFill>
                <a:srgbClr val="000000"/>
              </a:solidFill>
              <a:latin typeface="Arial"/>
              <a:ea typeface="Arial"/>
              <a:cs typeface="Arial"/>
              <a:sym typeface="Arial"/>
            </a:endParaRPr>
          </a:p>
          <a:p>
            <a:pPr marL="342900" marR="0" lvl="0" indent="-342900" algn="l" rtl="0">
              <a:lnSpc>
                <a:spcPct val="100000"/>
              </a:lnSpc>
              <a:spcBef>
                <a:spcPts val="0"/>
              </a:spcBef>
              <a:spcAft>
                <a:spcPts val="0"/>
              </a:spcAft>
              <a:buClr>
                <a:srgbClr val="000000"/>
              </a:buClr>
              <a:buSzPts val="2500"/>
              <a:buFont typeface="Arial"/>
              <a:buChar char="•"/>
            </a:pPr>
            <a:r>
              <a:rPr lang="en-US" sz="2500" b="0" i="0" u="none" strike="noStrike" cap="none">
                <a:solidFill>
                  <a:srgbClr val="000000"/>
                </a:solidFill>
                <a:latin typeface="Helvetica Neue Light"/>
                <a:ea typeface="Helvetica Neue Light"/>
                <a:cs typeface="Helvetica Neue Light"/>
                <a:sym typeface="Helvetica Neue Light"/>
              </a:rPr>
              <a:t>High consensus for present, but low consensus for future prediction</a:t>
            </a:r>
            <a:endParaRPr sz="2500" b="0" i="1" u="none" strike="noStrike" cap="none">
              <a:solidFill>
                <a:srgbClr val="000000"/>
              </a:solidFill>
              <a:latin typeface="Helvetica Neue Light"/>
              <a:ea typeface="Helvetica Neue Light"/>
              <a:cs typeface="Helvetica Neue Light"/>
              <a:sym typeface="Helvetica Neue Light"/>
            </a:endParaRPr>
          </a:p>
        </p:txBody>
      </p:sp>
      <p:sp>
        <p:nvSpPr>
          <p:cNvPr id="427" name="Google Shape;427;p35"/>
          <p:cNvSpPr txBox="1"/>
          <p:nvPr/>
        </p:nvSpPr>
        <p:spPr>
          <a:xfrm>
            <a:off x="5723450" y="6824168"/>
            <a:ext cx="1557900" cy="670500"/>
          </a:xfrm>
          <a:prstGeom prst="rect">
            <a:avLst/>
          </a:prstGeom>
          <a:noFill/>
          <a:ln>
            <a:noFill/>
          </a:ln>
        </p:spPr>
        <p:txBody>
          <a:bodyPr spcFirstLastPara="1" wrap="square" lIns="27075" tIns="27075" rIns="27075" bIns="27075" anchor="ctr" anchorCtr="0">
            <a:spAutoFit/>
          </a:bodyPr>
          <a:lstStyle/>
          <a:p>
            <a:pPr marL="0" marR="0" lvl="0" indent="0" algn="ctr" rtl="0">
              <a:lnSpc>
                <a:spcPct val="100000"/>
              </a:lnSpc>
              <a:spcBef>
                <a:spcPts val="0"/>
              </a:spcBef>
              <a:spcAft>
                <a:spcPts val="0"/>
              </a:spcAft>
              <a:buClr>
                <a:schemeClr val="dk1"/>
              </a:buClr>
              <a:buSzPts val="2000"/>
              <a:buFont typeface="Helvetica Neue"/>
              <a:buNone/>
            </a:pPr>
            <a:r>
              <a:rPr lang="en-US" sz="2000" b="0" i="0" u="none" strike="noStrike" cap="none" dirty="0">
                <a:solidFill>
                  <a:schemeClr val="dk1"/>
                </a:solidFill>
                <a:latin typeface="Helvetica Neue"/>
                <a:ea typeface="Helvetica Neue"/>
                <a:cs typeface="Helvetica Neue"/>
                <a:sym typeface="Helvetica Neue"/>
              </a:rPr>
              <a:t>Model Consensus</a:t>
            </a:r>
            <a:endParaRPr sz="1400" b="0" i="0" u="none" strike="noStrike" cap="none" dirty="0">
              <a:solidFill>
                <a:srgbClr val="000000"/>
              </a:solidFill>
              <a:latin typeface="Arial"/>
              <a:ea typeface="Arial"/>
              <a:cs typeface="Arial"/>
              <a:sym typeface="Arial"/>
            </a:endParaRPr>
          </a:p>
        </p:txBody>
      </p:sp>
      <p:sp>
        <p:nvSpPr>
          <p:cNvPr id="428" name="Google Shape;428;p35"/>
          <p:cNvSpPr txBox="1"/>
          <p:nvPr/>
        </p:nvSpPr>
        <p:spPr>
          <a:xfrm>
            <a:off x="3288230" y="3373000"/>
            <a:ext cx="1275000" cy="362400"/>
          </a:xfrm>
          <a:prstGeom prst="rect">
            <a:avLst/>
          </a:prstGeom>
          <a:noFill/>
          <a:ln>
            <a:noFill/>
          </a:ln>
        </p:spPr>
        <p:txBody>
          <a:bodyPr spcFirstLastPara="1" wrap="square" lIns="27075" tIns="27075" rIns="27075" bIns="27075" anchor="ctr" anchorCtr="0">
            <a:spAutoFit/>
          </a:bodyPr>
          <a:lstStyle/>
          <a:p>
            <a:pPr marL="0" marR="0" lvl="0" indent="0" algn="ctr" rtl="0">
              <a:lnSpc>
                <a:spcPct val="100000"/>
              </a:lnSpc>
              <a:spcBef>
                <a:spcPts val="0"/>
              </a:spcBef>
              <a:spcAft>
                <a:spcPts val="0"/>
              </a:spcAft>
              <a:buClr>
                <a:schemeClr val="dk1"/>
              </a:buClr>
              <a:buSzPts val="2000"/>
              <a:buFont typeface="Helvetica Neue"/>
              <a:buNone/>
            </a:pPr>
            <a:r>
              <a:rPr lang="en-US" sz="2000" b="0" i="0" u="none" strike="noStrike" cap="none" dirty="0">
                <a:solidFill>
                  <a:schemeClr val="dk1"/>
                </a:solidFill>
                <a:latin typeface="Helvetica Neue"/>
                <a:ea typeface="Helvetica Neue"/>
                <a:cs typeface="Helvetica Neue"/>
                <a:sym typeface="Helvetica Neue"/>
              </a:rPr>
              <a:t>Present</a:t>
            </a:r>
            <a:endParaRPr sz="1400" b="0" i="0" u="none" strike="noStrike" cap="none" dirty="0">
              <a:solidFill>
                <a:srgbClr val="000000"/>
              </a:solidFill>
              <a:latin typeface="Arial"/>
              <a:ea typeface="Arial"/>
              <a:cs typeface="Arial"/>
              <a:sym typeface="Arial"/>
            </a:endParaRPr>
          </a:p>
        </p:txBody>
      </p:sp>
      <p:sp>
        <p:nvSpPr>
          <p:cNvPr id="429" name="Google Shape;429;p35"/>
          <p:cNvSpPr txBox="1"/>
          <p:nvPr/>
        </p:nvSpPr>
        <p:spPr>
          <a:xfrm>
            <a:off x="8973474" y="3340694"/>
            <a:ext cx="1093200" cy="362400"/>
          </a:xfrm>
          <a:prstGeom prst="rect">
            <a:avLst/>
          </a:prstGeom>
          <a:noFill/>
          <a:ln>
            <a:noFill/>
          </a:ln>
        </p:spPr>
        <p:txBody>
          <a:bodyPr spcFirstLastPara="1" wrap="square" lIns="27075" tIns="27075" rIns="27075" bIns="27075" anchor="ctr" anchorCtr="0">
            <a:spAutoFit/>
          </a:bodyPr>
          <a:lstStyle/>
          <a:p>
            <a:pPr marL="0" marR="0" lvl="0" indent="0" algn="ctr" rtl="0">
              <a:lnSpc>
                <a:spcPct val="100000"/>
              </a:lnSpc>
              <a:spcBef>
                <a:spcPts val="0"/>
              </a:spcBef>
              <a:spcAft>
                <a:spcPts val="0"/>
              </a:spcAft>
              <a:buClr>
                <a:schemeClr val="dk1"/>
              </a:buClr>
              <a:buSzPts val="2000"/>
              <a:buFont typeface="Helvetica Neue"/>
              <a:buNone/>
            </a:pPr>
            <a:r>
              <a:rPr lang="en-US" sz="2000" b="0" i="0" u="none" strike="noStrike" cap="none" dirty="0">
                <a:solidFill>
                  <a:schemeClr val="dk1"/>
                </a:solidFill>
                <a:latin typeface="Helvetica Neue"/>
                <a:ea typeface="Helvetica Neue"/>
                <a:cs typeface="Helvetica Neue"/>
                <a:sym typeface="Helvetica Neue"/>
              </a:rPr>
              <a:t>Future</a:t>
            </a:r>
            <a:endParaRPr sz="1400" b="0" i="0" u="none" strike="noStrike" cap="none" dirty="0">
              <a:solidFill>
                <a:srgbClr val="000000"/>
              </a:solidFill>
              <a:latin typeface="Arial"/>
              <a:ea typeface="Arial"/>
              <a:cs typeface="Arial"/>
              <a:sym typeface="Arial"/>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433"/>
        <p:cNvGrpSpPr/>
        <p:nvPr/>
      </p:nvGrpSpPr>
      <p:grpSpPr>
        <a:xfrm>
          <a:off x="0" y="0"/>
          <a:ext cx="0" cy="0"/>
          <a:chOff x="0" y="0"/>
          <a:chExt cx="0" cy="0"/>
        </a:xfrm>
      </p:grpSpPr>
      <p:pic>
        <p:nvPicPr>
          <p:cNvPr id="434" name="Google Shape;434;p36" descr="Modelo_noumbral.jpg"/>
          <p:cNvPicPr preferRelativeResize="0"/>
          <p:nvPr/>
        </p:nvPicPr>
        <p:blipFill rotWithShape="1">
          <a:blip r:embed="rId3">
            <a:alphaModFix/>
          </a:blip>
          <a:srcRect/>
          <a:stretch/>
        </p:blipFill>
        <p:spPr>
          <a:xfrm>
            <a:off x="4331252" y="2496925"/>
            <a:ext cx="7396451" cy="5842000"/>
          </a:xfrm>
          <a:prstGeom prst="rect">
            <a:avLst/>
          </a:prstGeom>
          <a:noFill/>
          <a:ln>
            <a:noFill/>
          </a:ln>
        </p:spPr>
      </p:pic>
      <p:sp>
        <p:nvSpPr>
          <p:cNvPr id="435" name="Google Shape;435;p36"/>
          <p:cNvSpPr txBox="1"/>
          <p:nvPr/>
        </p:nvSpPr>
        <p:spPr>
          <a:xfrm>
            <a:off x="9427030" y="8912345"/>
            <a:ext cx="3283654" cy="841256"/>
          </a:xfrm>
          <a:prstGeom prst="rect">
            <a:avLst/>
          </a:prstGeom>
          <a:noFill/>
          <a:ln>
            <a:noFill/>
          </a:ln>
        </p:spPr>
        <p:txBody>
          <a:bodyPr spcFirstLastPara="1" wrap="square" lIns="50800" tIns="50800" rIns="50800" bIns="50800" anchor="b" anchorCtr="0">
            <a:spAutoFit/>
          </a:bodyPr>
          <a:lstStyle/>
          <a:p>
            <a:pPr marL="0" marR="0" lvl="0" indent="0" algn="ctr" rtl="0">
              <a:lnSpc>
                <a:spcPct val="100000"/>
              </a:lnSpc>
              <a:spcBef>
                <a:spcPts val="0"/>
              </a:spcBef>
              <a:spcAft>
                <a:spcPts val="0"/>
              </a:spcAft>
              <a:buClr>
                <a:srgbClr val="606060"/>
              </a:buClr>
              <a:buSzPts val="2400"/>
              <a:buFont typeface="Helvetica Neue Light"/>
              <a:buNone/>
            </a:pPr>
            <a:r>
              <a:rPr lang="en-US" sz="2400" b="0" i="0" u="none" strike="noStrike" cap="none" dirty="0">
                <a:solidFill>
                  <a:srgbClr val="606060"/>
                </a:solidFill>
                <a:latin typeface="Helvetica Neue Light"/>
                <a:ea typeface="Helvetica Neue Light"/>
                <a:cs typeface="Helvetica Neue Light"/>
                <a:sym typeface="Helvetica Neue Light"/>
              </a:rPr>
              <a:t>Liu et al.2005</a:t>
            </a:r>
          </a:p>
          <a:p>
            <a:pPr marL="0" marR="0" lvl="0" indent="0" algn="ctr" rtl="0">
              <a:lnSpc>
                <a:spcPct val="100000"/>
              </a:lnSpc>
              <a:spcBef>
                <a:spcPts val="0"/>
              </a:spcBef>
              <a:spcAft>
                <a:spcPts val="0"/>
              </a:spcAft>
              <a:buClr>
                <a:srgbClr val="606060"/>
              </a:buClr>
              <a:buSzPts val="2400"/>
              <a:buFont typeface="Helvetica Neue Light"/>
              <a:buNone/>
            </a:pPr>
            <a:r>
              <a:rPr lang="en-US" sz="2400" b="0" i="0" u="none" strike="noStrike" cap="none" dirty="0">
                <a:solidFill>
                  <a:srgbClr val="606060"/>
                </a:solidFill>
                <a:latin typeface="Helvetica Neue Light"/>
                <a:ea typeface="Helvetica Neue Light"/>
                <a:cs typeface="Helvetica Neue Light"/>
                <a:sym typeface="Helvetica Neue Light"/>
              </a:rPr>
              <a:t>Pearson et al. 2006</a:t>
            </a:r>
            <a:endParaRPr sz="1400" b="0" i="0" u="none" strike="noStrike" cap="none" dirty="0">
              <a:solidFill>
                <a:srgbClr val="000000"/>
              </a:solidFill>
              <a:latin typeface="Arial"/>
              <a:ea typeface="Arial"/>
              <a:cs typeface="Arial"/>
              <a:sym typeface="Arial"/>
            </a:endParaRPr>
          </a:p>
        </p:txBody>
      </p:sp>
      <p:sp>
        <p:nvSpPr>
          <p:cNvPr id="436" name="Google Shape;436;p36"/>
          <p:cNvSpPr txBox="1">
            <a:spLocks noGrp="1"/>
          </p:cNvSpPr>
          <p:nvPr>
            <p:ph type="title"/>
          </p:nvPr>
        </p:nvSpPr>
        <p:spPr>
          <a:xfrm>
            <a:off x="571500" y="145791"/>
            <a:ext cx="11861800" cy="1765818"/>
          </a:xfrm>
          <a:prstGeom prst="rect">
            <a:avLst/>
          </a:prstGeom>
          <a:noFill/>
          <a:ln>
            <a:noFill/>
          </a:ln>
        </p:spPr>
        <p:txBody>
          <a:bodyPr spcFirstLastPara="1" wrap="square" lIns="50800" tIns="50800" rIns="50800" bIns="50800" anchor="b" anchorCtr="0">
            <a:noAutofit/>
          </a:bodyPr>
          <a:lstStyle/>
          <a:p>
            <a:pPr marL="0" lvl="0" indent="0" algn="l" rtl="0">
              <a:lnSpc>
                <a:spcPct val="100000"/>
              </a:lnSpc>
              <a:spcBef>
                <a:spcPts val="0"/>
              </a:spcBef>
              <a:spcAft>
                <a:spcPts val="0"/>
              </a:spcAft>
              <a:buClr>
                <a:srgbClr val="000000"/>
              </a:buClr>
              <a:buSzPts val="2900"/>
              <a:buFont typeface="Helvetica Neue"/>
              <a:buNone/>
            </a:pPr>
            <a:r>
              <a:rPr lang="en-US" dirty="0"/>
              <a:t>Some things to take into consideration regardless of the algorithm: thresholds</a:t>
            </a:r>
            <a:endParaRPr i="1" dirty="0"/>
          </a:p>
        </p:txBody>
      </p:sp>
      <p:sp>
        <p:nvSpPr>
          <p:cNvPr id="437" name="Google Shape;437;p36"/>
          <p:cNvSpPr txBox="1"/>
          <p:nvPr/>
        </p:nvSpPr>
        <p:spPr>
          <a:xfrm>
            <a:off x="478735" y="2507464"/>
            <a:ext cx="4206600" cy="439500"/>
          </a:xfrm>
          <a:prstGeom prst="rect">
            <a:avLst/>
          </a:prstGeom>
          <a:noFill/>
          <a:ln>
            <a:noFill/>
          </a:ln>
        </p:spPr>
        <p:txBody>
          <a:bodyPr spcFirstLastPara="1" wrap="square" lIns="27075" tIns="27075" rIns="27075" bIns="27075" anchor="ctr" anchorCtr="0">
            <a:spAutoFit/>
          </a:bodyPr>
          <a:lstStyle/>
          <a:p>
            <a:pPr marL="0" marR="0" lvl="0" indent="0" algn="l" rtl="0">
              <a:lnSpc>
                <a:spcPct val="100000"/>
              </a:lnSpc>
              <a:spcBef>
                <a:spcPts val="0"/>
              </a:spcBef>
              <a:spcAft>
                <a:spcPts val="0"/>
              </a:spcAft>
              <a:buClr>
                <a:srgbClr val="000000"/>
              </a:buClr>
              <a:buSzPts val="2500"/>
              <a:buFont typeface="Helvetica Neue Light"/>
              <a:buNone/>
            </a:pPr>
            <a:r>
              <a:rPr lang="en-US" sz="2500" b="0" i="0" u="none" strike="noStrike" cap="none">
                <a:solidFill>
                  <a:srgbClr val="000000"/>
                </a:solidFill>
                <a:latin typeface="Helvetica Neue Light"/>
                <a:ea typeface="Helvetica Neue Light"/>
                <a:cs typeface="Helvetica Neue Light"/>
                <a:sym typeface="Helvetica Neue Light"/>
              </a:rPr>
              <a:t>Thresholds and binary models</a:t>
            </a:r>
            <a:endParaRPr sz="2500" b="0" i="1" u="none" strike="noStrike" cap="none">
              <a:solidFill>
                <a:srgbClr val="000000"/>
              </a:solidFill>
              <a:latin typeface="Helvetica Neue Light"/>
              <a:ea typeface="Helvetica Neue Light"/>
              <a:cs typeface="Helvetica Neue Light"/>
              <a:sym typeface="Helvetica Neue Light"/>
            </a:endParaRPr>
          </a:p>
        </p:txBody>
      </p:sp>
      <p:sp>
        <p:nvSpPr>
          <p:cNvPr id="438" name="Google Shape;438;p36"/>
          <p:cNvSpPr txBox="1"/>
          <p:nvPr/>
        </p:nvSpPr>
        <p:spPr>
          <a:xfrm>
            <a:off x="294116" y="8924241"/>
            <a:ext cx="4299000" cy="6156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Arial"/>
              <a:buNone/>
            </a:pPr>
            <a:r>
              <a:rPr lang="en-US" sz="1400" b="0" i="0" u="none" strike="noStrike" cap="none" dirty="0">
                <a:solidFill>
                  <a:srgbClr val="000000"/>
                </a:solidFill>
                <a:latin typeface="Helvetica Neue"/>
                <a:ea typeface="Helvetica Neue"/>
                <a:cs typeface="Helvetica Neue"/>
                <a:sym typeface="Helvetica Neue"/>
              </a:rPr>
              <a:t>Example modified from course materials by Peterson, </a:t>
            </a:r>
            <a:r>
              <a:rPr lang="en-US" sz="1400" b="0" i="0" u="none" strike="noStrike" cap="none" dirty="0" err="1">
                <a:solidFill>
                  <a:srgbClr val="000000"/>
                </a:solidFill>
                <a:latin typeface="Helvetica Neue"/>
                <a:ea typeface="Helvetica Neue"/>
                <a:cs typeface="Helvetica Neue"/>
                <a:sym typeface="Helvetica Neue"/>
              </a:rPr>
              <a:t>Soberon</a:t>
            </a:r>
            <a:r>
              <a:rPr lang="en-US" sz="1400" b="0" i="0" u="none" strike="noStrike" cap="none" dirty="0">
                <a:solidFill>
                  <a:srgbClr val="000000"/>
                </a:solidFill>
                <a:latin typeface="Helvetica Neue"/>
                <a:ea typeface="Helvetica Neue"/>
                <a:cs typeface="Helvetica Neue"/>
                <a:sym typeface="Helvetica Neue"/>
              </a:rPr>
              <a:t> &amp; Martinez-Meyer, 2013</a:t>
            </a:r>
            <a:endParaRPr sz="1400" b="0" i="0" u="none" strike="noStrike" cap="none" dirty="0">
              <a:solidFill>
                <a:srgbClr val="000000"/>
              </a:solidFill>
              <a:latin typeface="Helvetica Neue"/>
              <a:ea typeface="Helvetica Neue"/>
              <a:cs typeface="Helvetica Neue"/>
              <a:sym typeface="Helvetica Neue"/>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442"/>
        <p:cNvGrpSpPr/>
        <p:nvPr/>
      </p:nvGrpSpPr>
      <p:grpSpPr>
        <a:xfrm>
          <a:off x="0" y="0"/>
          <a:ext cx="0" cy="0"/>
          <a:chOff x="0" y="0"/>
          <a:chExt cx="0" cy="0"/>
        </a:xfrm>
      </p:grpSpPr>
      <p:pic>
        <p:nvPicPr>
          <p:cNvPr id="443" name="Google Shape;443;p37" descr="Modelo_T10.jpg"/>
          <p:cNvPicPr preferRelativeResize="0"/>
          <p:nvPr/>
        </p:nvPicPr>
        <p:blipFill rotWithShape="1">
          <a:blip r:embed="rId3">
            <a:alphaModFix/>
          </a:blip>
          <a:srcRect/>
          <a:stretch/>
        </p:blipFill>
        <p:spPr>
          <a:xfrm>
            <a:off x="0" y="3059605"/>
            <a:ext cx="4660900" cy="3681358"/>
          </a:xfrm>
          <a:prstGeom prst="rect">
            <a:avLst/>
          </a:prstGeom>
          <a:noFill/>
          <a:ln>
            <a:noFill/>
          </a:ln>
        </p:spPr>
      </p:pic>
      <p:pic>
        <p:nvPicPr>
          <p:cNvPr id="444" name="Google Shape;444;p37" descr="Modelo_Max_sen_spec.jpg"/>
          <p:cNvPicPr preferRelativeResize="0"/>
          <p:nvPr/>
        </p:nvPicPr>
        <p:blipFill rotWithShape="1">
          <a:blip r:embed="rId4">
            <a:alphaModFix/>
          </a:blip>
          <a:srcRect/>
          <a:stretch/>
        </p:blipFill>
        <p:spPr>
          <a:xfrm>
            <a:off x="4355765" y="3083362"/>
            <a:ext cx="4775535" cy="3771901"/>
          </a:xfrm>
          <a:prstGeom prst="rect">
            <a:avLst/>
          </a:prstGeom>
          <a:noFill/>
          <a:ln>
            <a:noFill/>
          </a:ln>
        </p:spPr>
      </p:pic>
      <p:pic>
        <p:nvPicPr>
          <p:cNvPr id="445" name="Google Shape;445;p37" descr="Modelo_LPT.jpg"/>
          <p:cNvPicPr preferRelativeResize="0"/>
          <p:nvPr/>
        </p:nvPicPr>
        <p:blipFill rotWithShape="1">
          <a:blip r:embed="rId5">
            <a:alphaModFix/>
          </a:blip>
          <a:srcRect/>
          <a:stretch/>
        </p:blipFill>
        <p:spPr>
          <a:xfrm>
            <a:off x="8546655" y="3235763"/>
            <a:ext cx="4534346" cy="3581400"/>
          </a:xfrm>
          <a:prstGeom prst="rect">
            <a:avLst/>
          </a:prstGeom>
          <a:noFill/>
          <a:ln>
            <a:noFill/>
          </a:ln>
        </p:spPr>
      </p:pic>
      <p:sp>
        <p:nvSpPr>
          <p:cNvPr id="446" name="Google Shape;446;p37"/>
          <p:cNvSpPr txBox="1"/>
          <p:nvPr/>
        </p:nvSpPr>
        <p:spPr>
          <a:xfrm>
            <a:off x="9632202" y="7317893"/>
            <a:ext cx="2801098" cy="964367"/>
          </a:xfrm>
          <a:prstGeom prst="rect">
            <a:avLst/>
          </a:prstGeom>
          <a:noFill/>
          <a:ln>
            <a:noFill/>
          </a:ln>
        </p:spPr>
        <p:txBody>
          <a:bodyPr spcFirstLastPara="1" wrap="square" lIns="50800" tIns="50800" rIns="50800" bIns="50800" anchor="b" anchorCtr="0">
            <a:spAutoFit/>
          </a:bodyPr>
          <a:lstStyle/>
          <a:p>
            <a:pPr marL="0" marR="0" lvl="0" indent="0" algn="ctr" rtl="0">
              <a:lnSpc>
                <a:spcPct val="100000"/>
              </a:lnSpc>
              <a:spcBef>
                <a:spcPts val="0"/>
              </a:spcBef>
              <a:spcAft>
                <a:spcPts val="0"/>
              </a:spcAft>
              <a:buClr>
                <a:srgbClr val="000000"/>
              </a:buClr>
              <a:buSzPts val="2800"/>
              <a:buFont typeface="Helvetica Neue Light"/>
              <a:buNone/>
            </a:pPr>
            <a:r>
              <a:rPr lang="en-US" sz="2800" b="0" i="0" u="none" strike="noStrike" cap="none">
                <a:solidFill>
                  <a:srgbClr val="000000"/>
                </a:solidFill>
                <a:latin typeface="Helvetica Neue Light"/>
                <a:ea typeface="Helvetica Neue Light"/>
                <a:cs typeface="Helvetica Neue Light"/>
                <a:sym typeface="Helvetica Neue Light"/>
              </a:rPr>
              <a:t>Minimum training presence</a:t>
            </a:r>
            <a:endParaRPr sz="2800" b="0" i="0" u="none" strike="noStrike" cap="none">
              <a:solidFill>
                <a:srgbClr val="000000"/>
              </a:solidFill>
              <a:latin typeface="Helvetica Neue Light"/>
              <a:ea typeface="Helvetica Neue Light"/>
              <a:cs typeface="Helvetica Neue Light"/>
              <a:sym typeface="Helvetica Neue Light"/>
            </a:endParaRPr>
          </a:p>
        </p:txBody>
      </p:sp>
      <p:sp>
        <p:nvSpPr>
          <p:cNvPr id="447" name="Google Shape;447;p37"/>
          <p:cNvSpPr txBox="1"/>
          <p:nvPr/>
        </p:nvSpPr>
        <p:spPr>
          <a:xfrm>
            <a:off x="1179453" y="7548778"/>
            <a:ext cx="2096728" cy="533479"/>
          </a:xfrm>
          <a:prstGeom prst="rect">
            <a:avLst/>
          </a:prstGeom>
          <a:noFill/>
          <a:ln>
            <a:noFill/>
          </a:ln>
        </p:spPr>
        <p:txBody>
          <a:bodyPr spcFirstLastPara="1" wrap="square" lIns="50800" tIns="50800" rIns="50800" bIns="50800" anchor="b" anchorCtr="0">
            <a:spAutoFit/>
          </a:bodyPr>
          <a:lstStyle/>
          <a:p>
            <a:pPr marL="0" marR="0" lvl="0" indent="0" algn="ctr" rtl="0">
              <a:lnSpc>
                <a:spcPct val="100000"/>
              </a:lnSpc>
              <a:spcBef>
                <a:spcPts val="0"/>
              </a:spcBef>
              <a:spcAft>
                <a:spcPts val="0"/>
              </a:spcAft>
              <a:buClr>
                <a:srgbClr val="000000"/>
              </a:buClr>
              <a:buSzPts val="2800"/>
              <a:buFont typeface="Helvetica Neue Light"/>
              <a:buNone/>
            </a:pPr>
            <a:r>
              <a:rPr lang="en-US" sz="2800" b="0" i="0" u="none" strike="noStrike" cap="none">
                <a:solidFill>
                  <a:srgbClr val="000000"/>
                </a:solidFill>
                <a:latin typeface="Helvetica Neue Light"/>
                <a:ea typeface="Helvetica Neue Light"/>
                <a:cs typeface="Helvetica Neue Light"/>
                <a:sym typeface="Helvetica Neue Light"/>
              </a:rPr>
              <a:t>10 percentile</a:t>
            </a:r>
            <a:endParaRPr sz="2800" b="0" i="0" u="none" strike="noStrike" cap="none">
              <a:solidFill>
                <a:srgbClr val="000000"/>
              </a:solidFill>
              <a:latin typeface="Helvetica Neue Light"/>
              <a:ea typeface="Helvetica Neue Light"/>
              <a:cs typeface="Helvetica Neue Light"/>
              <a:sym typeface="Helvetica Neue Light"/>
            </a:endParaRPr>
          </a:p>
        </p:txBody>
      </p:sp>
      <p:sp>
        <p:nvSpPr>
          <p:cNvPr id="448" name="Google Shape;448;p37"/>
          <p:cNvSpPr txBox="1"/>
          <p:nvPr/>
        </p:nvSpPr>
        <p:spPr>
          <a:xfrm>
            <a:off x="4660900" y="7548778"/>
            <a:ext cx="4508501" cy="533479"/>
          </a:xfrm>
          <a:prstGeom prst="rect">
            <a:avLst/>
          </a:prstGeom>
          <a:noFill/>
          <a:ln>
            <a:noFill/>
          </a:ln>
        </p:spPr>
        <p:txBody>
          <a:bodyPr spcFirstLastPara="1" wrap="square" lIns="50800" tIns="50800" rIns="50800" bIns="50800" anchor="b" anchorCtr="0">
            <a:spAutoFit/>
          </a:bodyPr>
          <a:lstStyle/>
          <a:p>
            <a:pPr marL="0" marR="0" lvl="0" indent="0" algn="ctr" rtl="0">
              <a:lnSpc>
                <a:spcPct val="100000"/>
              </a:lnSpc>
              <a:spcBef>
                <a:spcPts val="0"/>
              </a:spcBef>
              <a:spcAft>
                <a:spcPts val="0"/>
              </a:spcAft>
              <a:buClr>
                <a:srgbClr val="000000"/>
              </a:buClr>
              <a:buSzPts val="2800"/>
              <a:buFont typeface="Helvetica Neue Light"/>
              <a:buNone/>
            </a:pPr>
            <a:r>
              <a:rPr lang="en-US" sz="2800" b="0" i="0" u="none" strike="noStrike" cap="none">
                <a:solidFill>
                  <a:srgbClr val="000000"/>
                </a:solidFill>
                <a:latin typeface="Helvetica Neue Light"/>
                <a:ea typeface="Helvetica Neue Light"/>
                <a:cs typeface="Helvetica Neue Light"/>
                <a:sym typeface="Helvetica Neue Light"/>
              </a:rPr>
              <a:t>Max Sensitivity + Specificity</a:t>
            </a:r>
            <a:endParaRPr sz="1400" b="0" i="0" u="none" strike="noStrike" cap="none">
              <a:solidFill>
                <a:srgbClr val="000000"/>
              </a:solidFill>
              <a:latin typeface="Arial"/>
              <a:ea typeface="Arial"/>
              <a:cs typeface="Arial"/>
              <a:sym typeface="Arial"/>
            </a:endParaRPr>
          </a:p>
        </p:txBody>
      </p:sp>
      <p:sp>
        <p:nvSpPr>
          <p:cNvPr id="449" name="Google Shape;449;p37"/>
          <p:cNvSpPr txBox="1">
            <a:spLocks noGrp="1"/>
          </p:cNvSpPr>
          <p:nvPr>
            <p:ph type="title"/>
          </p:nvPr>
        </p:nvSpPr>
        <p:spPr>
          <a:xfrm>
            <a:off x="571500" y="145791"/>
            <a:ext cx="11861800" cy="1765818"/>
          </a:xfrm>
          <a:prstGeom prst="rect">
            <a:avLst/>
          </a:prstGeom>
          <a:noFill/>
          <a:ln>
            <a:noFill/>
          </a:ln>
        </p:spPr>
        <p:txBody>
          <a:bodyPr spcFirstLastPara="1" wrap="square" lIns="50800" tIns="50800" rIns="50800" bIns="50800" anchor="b" anchorCtr="0">
            <a:noAutofit/>
          </a:bodyPr>
          <a:lstStyle/>
          <a:p>
            <a:pPr marL="0" lvl="0" indent="0" algn="l" rtl="0">
              <a:lnSpc>
                <a:spcPct val="100000"/>
              </a:lnSpc>
              <a:spcBef>
                <a:spcPts val="0"/>
              </a:spcBef>
              <a:spcAft>
                <a:spcPts val="0"/>
              </a:spcAft>
              <a:buClr>
                <a:srgbClr val="000000"/>
              </a:buClr>
              <a:buSzPts val="2900"/>
              <a:buFont typeface="Helvetica Neue"/>
              <a:buNone/>
            </a:pPr>
            <a:r>
              <a:rPr lang="en-US" dirty="0"/>
              <a:t>Some things to take into consideration regardless of the algorithm</a:t>
            </a:r>
            <a:endParaRPr i="1" dirty="0"/>
          </a:p>
        </p:txBody>
      </p:sp>
      <p:sp>
        <p:nvSpPr>
          <p:cNvPr id="450" name="Google Shape;450;p37"/>
          <p:cNvSpPr txBox="1"/>
          <p:nvPr/>
        </p:nvSpPr>
        <p:spPr>
          <a:xfrm>
            <a:off x="533061" y="2146372"/>
            <a:ext cx="8255678" cy="439436"/>
          </a:xfrm>
          <a:prstGeom prst="rect">
            <a:avLst/>
          </a:prstGeom>
          <a:noFill/>
          <a:ln>
            <a:noFill/>
          </a:ln>
        </p:spPr>
        <p:txBody>
          <a:bodyPr spcFirstLastPara="1" wrap="square" lIns="27075" tIns="27075" rIns="27075" bIns="27075" anchor="ctr" anchorCtr="0">
            <a:spAutoFit/>
          </a:bodyPr>
          <a:lstStyle/>
          <a:p>
            <a:pPr marL="0" marR="0" lvl="0" indent="0" algn="l" rtl="0">
              <a:lnSpc>
                <a:spcPct val="100000"/>
              </a:lnSpc>
              <a:spcBef>
                <a:spcPts val="0"/>
              </a:spcBef>
              <a:spcAft>
                <a:spcPts val="0"/>
              </a:spcAft>
              <a:buClr>
                <a:srgbClr val="000000"/>
              </a:buClr>
              <a:buSzPts val="2500"/>
              <a:buFont typeface="Helvetica Neue Light"/>
              <a:buNone/>
            </a:pPr>
            <a:r>
              <a:rPr lang="en-US" sz="2500" b="0" i="0" u="none" strike="noStrike" cap="none">
                <a:solidFill>
                  <a:srgbClr val="000000"/>
                </a:solidFill>
                <a:latin typeface="Helvetica Neue Light"/>
                <a:ea typeface="Helvetica Neue Light"/>
                <a:cs typeface="Helvetica Neue Light"/>
                <a:sym typeface="Helvetica Neue Light"/>
              </a:rPr>
              <a:t>Thresholds and binary models  </a:t>
            </a:r>
            <a:endParaRPr sz="2500" b="0" i="1" u="none" strike="noStrike" cap="none">
              <a:solidFill>
                <a:srgbClr val="000000"/>
              </a:solidFill>
              <a:latin typeface="Helvetica Neue Light"/>
              <a:ea typeface="Helvetica Neue Light"/>
              <a:cs typeface="Helvetica Neue Light"/>
              <a:sym typeface="Helvetica Neue Light"/>
            </a:endParaRPr>
          </a:p>
        </p:txBody>
      </p:sp>
      <p:sp>
        <p:nvSpPr>
          <p:cNvPr id="451" name="Google Shape;451;p37"/>
          <p:cNvSpPr txBox="1"/>
          <p:nvPr/>
        </p:nvSpPr>
        <p:spPr>
          <a:xfrm>
            <a:off x="242475" y="9050150"/>
            <a:ext cx="4299000" cy="6156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Arial"/>
              <a:buNone/>
            </a:pPr>
            <a:r>
              <a:rPr lang="en-US" sz="1400" b="0" i="0" u="none" strike="noStrike" cap="none">
                <a:solidFill>
                  <a:srgbClr val="000000"/>
                </a:solidFill>
                <a:latin typeface="Helvetica Neue"/>
                <a:ea typeface="Helvetica Neue"/>
                <a:cs typeface="Helvetica Neue"/>
                <a:sym typeface="Helvetica Neue"/>
              </a:rPr>
              <a:t>Example modified from course materials by Peterson, Soberon &amp; Martinez-Meyer, 2013</a:t>
            </a:r>
            <a:endParaRPr sz="1400" b="0" i="0" u="none" strike="noStrike" cap="none">
              <a:solidFill>
                <a:srgbClr val="000000"/>
              </a:solidFill>
              <a:latin typeface="Helvetica Neue"/>
              <a:ea typeface="Helvetica Neue"/>
              <a:cs typeface="Helvetica Neue"/>
              <a:sym typeface="Helvetica Neue"/>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455"/>
        <p:cNvGrpSpPr/>
        <p:nvPr/>
      </p:nvGrpSpPr>
      <p:grpSpPr>
        <a:xfrm>
          <a:off x="0" y="0"/>
          <a:ext cx="0" cy="0"/>
          <a:chOff x="0" y="0"/>
          <a:chExt cx="0" cy="0"/>
        </a:xfrm>
      </p:grpSpPr>
      <p:sp>
        <p:nvSpPr>
          <p:cNvPr id="456" name="Google Shape;456;p38"/>
          <p:cNvSpPr txBox="1">
            <a:spLocks noGrp="1"/>
          </p:cNvSpPr>
          <p:nvPr>
            <p:ph type="title"/>
          </p:nvPr>
        </p:nvSpPr>
        <p:spPr>
          <a:xfrm>
            <a:off x="1270000" y="3225800"/>
            <a:ext cx="10464800" cy="3302000"/>
          </a:xfrm>
          <a:prstGeom prst="rect">
            <a:avLst/>
          </a:prstGeom>
          <a:noFill/>
          <a:ln>
            <a:noFill/>
          </a:ln>
        </p:spPr>
        <p:txBody>
          <a:bodyPr spcFirstLastPara="1" wrap="square" lIns="50800" tIns="50800" rIns="50800" bIns="50800" anchor="b" anchorCtr="0">
            <a:normAutofit fontScale="90000"/>
          </a:bodyPr>
          <a:lstStyle/>
          <a:p>
            <a:pPr marL="0" lvl="0" indent="0" algn="ctr" rtl="0">
              <a:lnSpc>
                <a:spcPct val="100000"/>
              </a:lnSpc>
              <a:spcBef>
                <a:spcPts val="0"/>
              </a:spcBef>
              <a:spcAft>
                <a:spcPts val="0"/>
              </a:spcAft>
              <a:buClr>
                <a:srgbClr val="FFFFFF"/>
              </a:buClr>
              <a:buSzPts val="8000"/>
              <a:buFont typeface="Helvetica Neue"/>
              <a:buNone/>
            </a:pPr>
            <a:r>
              <a:rPr lang="en-US" dirty="0"/>
              <a:t>“All models are wrong, but some are useful.”</a:t>
            </a:r>
            <a:br>
              <a:rPr lang="en-US" dirty="0"/>
            </a:br>
            <a:br>
              <a:rPr lang="en-US" dirty="0"/>
            </a:br>
            <a:r>
              <a:rPr lang="en-US" dirty="0"/>
              <a:t>-  George E.P. Box</a:t>
            </a:r>
            <a:endParaRPr dirty="0"/>
          </a:p>
        </p:txBody>
      </p:sp>
    </p:spTree>
  </p:cSld>
  <p:clrMapOvr>
    <a:masterClrMapping/>
  </p:clrMapOvr>
</p:sld>
</file>

<file path=ppt/theme/theme1.xml><?xml version="1.0" encoding="utf-8"?>
<a:theme xmlns:a="http://schemas.openxmlformats.org/drawingml/2006/main" name="20_BasicBlack">
  <a:themeElements>
    <a:clrScheme name="20_BasicBlack">
      <a:dk1>
        <a:srgbClr val="000000"/>
      </a:dk1>
      <a:lt1>
        <a:srgbClr val="FFFFFF"/>
      </a:lt1>
      <a:dk2>
        <a:srgbClr val="434343"/>
      </a:dk2>
      <a:lt2>
        <a:srgbClr val="A9A9A9"/>
      </a:lt2>
      <a:accent1>
        <a:srgbClr val="0076BA"/>
      </a:accent1>
      <a:accent2>
        <a:srgbClr val="05A89D"/>
      </a:accent2>
      <a:accent3>
        <a:srgbClr val="1DB100"/>
      </a:accent3>
      <a:accent4>
        <a:srgbClr val="F9B900"/>
      </a:accent4>
      <a:accent5>
        <a:srgbClr val="EE220D"/>
      </a:accent5>
      <a:accent6>
        <a:srgbClr val="CB297B"/>
      </a:accent6>
      <a:hlink>
        <a:srgbClr val="0000FF"/>
      </a:hlink>
      <a:folHlink>
        <a:srgbClr val="FF00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20_BasicBlack">
  <a:themeElements>
    <a:clrScheme name="20_BasicBlack">
      <a:dk1>
        <a:srgbClr val="000000"/>
      </a:dk1>
      <a:lt1>
        <a:srgbClr val="FFFFFF"/>
      </a:lt1>
      <a:dk2>
        <a:srgbClr val="434343"/>
      </a:dk2>
      <a:lt2>
        <a:srgbClr val="A9A9A9"/>
      </a:lt2>
      <a:accent1>
        <a:srgbClr val="0076BA"/>
      </a:accent1>
      <a:accent2>
        <a:srgbClr val="05A89D"/>
      </a:accent2>
      <a:accent3>
        <a:srgbClr val="1DB100"/>
      </a:accent3>
      <a:accent4>
        <a:srgbClr val="F9B900"/>
      </a:accent4>
      <a:accent5>
        <a:srgbClr val="EE220D"/>
      </a:accent5>
      <a:accent6>
        <a:srgbClr val="CB297B"/>
      </a:accent6>
      <a:hlink>
        <a:srgbClr val="0000FF"/>
      </a:hlink>
      <a:folHlink>
        <a:srgbClr val="FF00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07cd00b6-9c38-42c0-af70-5d8006d91a8f">
      <Terms xmlns="http://schemas.microsoft.com/office/infopath/2007/PartnerControls"/>
    </lcf76f155ced4ddcb4097134ff3c332f>
    <TaxCatchAll xmlns="c789ccf0-1666-411a-a555-39fa7b68a59a"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84108367FCDB4D47B5E8E54D64157753" ma:contentTypeVersion="17" ma:contentTypeDescription="Create a new document." ma:contentTypeScope="" ma:versionID="89ad6e55dd034a63fada300300833fd8">
  <xsd:schema xmlns:xsd="http://www.w3.org/2001/XMLSchema" xmlns:xs="http://www.w3.org/2001/XMLSchema" xmlns:p="http://schemas.microsoft.com/office/2006/metadata/properties" xmlns:ns2="07cd00b6-9c38-42c0-af70-5d8006d91a8f" xmlns:ns3="c789ccf0-1666-411a-a555-39fa7b68a59a" targetNamespace="http://schemas.microsoft.com/office/2006/metadata/properties" ma:root="true" ma:fieldsID="f079f9a9198ad2b6684649c05101704b" ns2:_="" ns3:_="">
    <xsd:import namespace="07cd00b6-9c38-42c0-af70-5d8006d91a8f"/>
    <xsd:import namespace="c789ccf0-1666-411a-a555-39fa7b68a59a"/>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DateTaken" minOccurs="0"/>
                <xsd:element ref="ns2:MediaServiceAutoTags" minOccurs="0"/>
                <xsd:element ref="ns2:MediaServiceGenerationTime" minOccurs="0"/>
                <xsd:element ref="ns2:MediaServiceEventHashCode" minOccurs="0"/>
                <xsd:element ref="ns2:MediaLengthInSeconds" minOccurs="0"/>
                <xsd:element ref="ns2:MediaServiceOCR" minOccurs="0"/>
                <xsd:element ref="ns2:MediaServiceLocation" minOccurs="0"/>
                <xsd:element ref="ns2:lcf76f155ced4ddcb4097134ff3c332f" minOccurs="0"/>
                <xsd:element ref="ns3:TaxCatchAll" minOccurs="0"/>
                <xsd:element ref="ns2:MediaServiceObjectDetectorVersions" minOccurs="0"/>
                <xsd:element ref="ns3:SharedWithUsers" minOccurs="0"/>
                <xsd:element ref="ns3:SharedWithDetail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7cd00b6-9c38-42c0-af70-5d8006d91a8f"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AutoTags" ma:index="13" nillable="true" ma:displayName="Tags" ma:internalName="MediaServiceAutoTags" ma:readOnly="true">
      <xsd:simpleType>
        <xsd:restriction base="dms:Text"/>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LengthInSeconds" ma:index="16" nillable="true" ma:displayName="MediaLengthInSeconds" ma:hidden="true" ma:internalName="MediaLengthInSeconds" ma:readOnly="true">
      <xsd:simpleType>
        <xsd:restriction base="dms:Unknown"/>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Location" ma:index="18" nillable="true" ma:displayName="Location" ma:internalName="MediaServiceLocation" ma:readOnly="true">
      <xsd:simpleType>
        <xsd:restriction base="dms:Text"/>
      </xsd:simpleType>
    </xsd:element>
    <xsd:element name="lcf76f155ced4ddcb4097134ff3c332f" ma:index="20" nillable="true" ma:taxonomy="true" ma:internalName="lcf76f155ced4ddcb4097134ff3c332f" ma:taxonomyFieldName="MediaServiceImageTags" ma:displayName="Image Tags" ma:readOnly="false" ma:fieldId="{5cf76f15-5ced-4ddc-b409-7134ff3c332f}" ma:taxonomyMulti="true" ma:sspId="fb3fc297-59b7-4dce-adfa-f654e45c772e"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2" nillable="true" ma:displayName="MediaServiceObjectDetectorVersions" ma:description="" ma:hidden="true" ma:indexed="true" ma:internalName="MediaServiceObjectDetectorVersions"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c789ccf0-1666-411a-a555-39fa7b68a59a" elementFormDefault="qualified">
    <xsd:import namespace="http://schemas.microsoft.com/office/2006/documentManagement/types"/>
    <xsd:import namespace="http://schemas.microsoft.com/office/infopath/2007/PartnerControls"/>
    <xsd:element name="TaxCatchAll" ma:index="21" nillable="true" ma:displayName="Taxonomy Catch All Column" ma:hidden="true" ma:list="{23d555bf-7095-481d-a767-a5e3213ffcfc}" ma:internalName="TaxCatchAll" ma:showField="CatchAllData" ma:web="c789ccf0-1666-411a-a555-39fa7b68a59a">
      <xsd:complexType>
        <xsd:complexContent>
          <xsd:extension base="dms:MultiChoiceLookup">
            <xsd:sequence>
              <xsd:element name="Value" type="dms:Lookup" maxOccurs="unbounded" minOccurs="0" nillable="true"/>
            </xsd:sequence>
          </xsd:extension>
        </xsd:complexContent>
      </xsd:complexType>
    </xsd:element>
    <xsd:element name="SharedWithUsers" ma:index="23"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4"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44056F5-3BB3-4A20-A5C4-A8DF8A58D58B}">
  <ds:schemaRefs>
    <ds:schemaRef ds:uri="http://schemas.microsoft.com/sharepoint/v3/contenttype/forms"/>
  </ds:schemaRefs>
</ds:datastoreItem>
</file>

<file path=customXml/itemProps2.xml><?xml version="1.0" encoding="utf-8"?>
<ds:datastoreItem xmlns:ds="http://schemas.openxmlformats.org/officeDocument/2006/customXml" ds:itemID="{2A9DC1DE-AFC2-4768-B7A0-7F4D513C5A1F}">
  <ds:schemaRefs>
    <ds:schemaRef ds:uri="http://schemas.microsoft.com/office/2006/metadata/properties"/>
    <ds:schemaRef ds:uri="http://schemas.microsoft.com/office/infopath/2007/PartnerControls"/>
    <ds:schemaRef ds:uri="07cd00b6-9c38-42c0-af70-5d8006d91a8f"/>
    <ds:schemaRef ds:uri="c789ccf0-1666-411a-a555-39fa7b68a59a"/>
  </ds:schemaRefs>
</ds:datastoreItem>
</file>

<file path=customXml/itemProps3.xml><?xml version="1.0" encoding="utf-8"?>
<ds:datastoreItem xmlns:ds="http://schemas.openxmlformats.org/officeDocument/2006/customXml" ds:itemID="{0435B191-B1C4-4D4D-B701-DE7CE9816A08}">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07cd00b6-9c38-42c0-af70-5d8006d91a8f"/>
    <ds:schemaRef ds:uri="c789ccf0-1666-411a-a555-39fa7b68a59a"/>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1454</TotalTime>
  <Words>2818</Words>
  <Application>Microsoft Office PowerPoint</Application>
  <PresentationFormat>Custom</PresentationFormat>
  <Paragraphs>288</Paragraphs>
  <Slides>39</Slides>
  <Notes>39</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39</vt:i4>
      </vt:variant>
    </vt:vector>
  </HeadingPairs>
  <TitlesOfParts>
    <vt:vector size="45" baseType="lpstr">
      <vt:lpstr>Arial</vt:lpstr>
      <vt:lpstr>Calibri</vt:lpstr>
      <vt:lpstr>roboto condensed</vt:lpstr>
      <vt:lpstr>Helvetica Neue Light</vt:lpstr>
      <vt:lpstr>Helvetica Neue</vt:lpstr>
      <vt:lpstr>20_BasicBlack</vt:lpstr>
      <vt:lpstr>Species Distribution Models: Data and Algorithms</vt:lpstr>
      <vt:lpstr>Part 1: Data</vt:lpstr>
      <vt:lpstr>Biodiversity data</vt:lpstr>
      <vt:lpstr>Biodiversity data</vt:lpstr>
      <vt:lpstr>Biodiversity data</vt:lpstr>
      <vt:lpstr>Abiotic data</vt:lpstr>
      <vt:lpstr>Abiotic data</vt:lpstr>
      <vt:lpstr>Abiotic data</vt:lpstr>
      <vt:lpstr>Abiotic data</vt:lpstr>
      <vt:lpstr>Biotic data</vt:lpstr>
      <vt:lpstr>Part 2: Algorithms</vt:lpstr>
      <vt:lpstr>So many algorithms…  is there a preferred one?</vt:lpstr>
      <vt:lpstr>So many algorithms…  is there a preferred one?</vt:lpstr>
      <vt:lpstr>So many algorithms…  is there a preferred one?</vt:lpstr>
      <vt:lpstr>So many algorithms…  is there a preferred one?</vt:lpstr>
      <vt:lpstr>So many algorithms…  is there a preferred one?</vt:lpstr>
      <vt:lpstr>Presence only</vt:lpstr>
      <vt:lpstr>Presence/Absence or Presence/Pseudoabsence</vt:lpstr>
      <vt:lpstr>Presence/Absence or Presence/Pseudoabsence</vt:lpstr>
      <vt:lpstr>Presence/Absence or Presence/Pseudoabsence</vt:lpstr>
      <vt:lpstr>Presence/Absence or Presence/Pseudoabsence</vt:lpstr>
      <vt:lpstr>PowerPoint Presentation</vt:lpstr>
      <vt:lpstr>Presence / Background</vt:lpstr>
      <vt:lpstr>PowerPoint Presentation</vt:lpstr>
      <vt:lpstr>Projecting in time and space</vt:lpstr>
      <vt:lpstr>Projecting in time and space</vt:lpstr>
      <vt:lpstr>Some things to take into consideration regardless of the algorithm</vt:lpstr>
      <vt:lpstr>Some things to take into consideration regardless of the algorithm: Study extent</vt:lpstr>
      <vt:lpstr>Some things to take into consideration regardless of the algorithm: Study extent</vt:lpstr>
      <vt:lpstr>Some things to take into consideration regardless of the algorithm: Study extent</vt:lpstr>
      <vt:lpstr>Some things to take into consideration regardless of the algorithm: Point distribution</vt:lpstr>
      <vt:lpstr>Some things to take into consideration regardless of the algorithm: Point distribution</vt:lpstr>
      <vt:lpstr>Some things to take into consideration regardless of the algorithm: Point distribution</vt:lpstr>
      <vt:lpstr>Some things to take into consideration regardless of the algorithm: Point distribution</vt:lpstr>
      <vt:lpstr>Some things to take into consideration regardless of the algorithm: About predictor variables: Worldclim</vt:lpstr>
      <vt:lpstr>Some things to take into consideration regardless of the algorithm: variable correlation</vt:lpstr>
      <vt:lpstr>Some things to take into consideration regardless of the algorithm: thresholds</vt:lpstr>
      <vt:lpstr>Some things to take into consideration regardless of the algorithm</vt:lpstr>
      <vt:lpstr>“All models are wrong, but some are useful.”  -  George E.P. Box</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Species Distribution Models: Data and Algorithms</dc:title>
  <cp:lastModifiedBy>Viorel Popescu</cp:lastModifiedBy>
  <cp:revision>4</cp:revision>
  <dcterms:modified xsi:type="dcterms:W3CDTF">2024-04-17T05:27:14Z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0x01010084108367FCDB4D47B5E8E54D64157753</vt:lpwstr>
  </property>
</Properties>
</file>